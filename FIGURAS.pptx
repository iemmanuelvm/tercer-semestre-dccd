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9" r:id="rId2"/>
    <p:sldId id="266" r:id="rId3"/>
    <p:sldId id="256" r:id="rId4"/>
    <p:sldId id="257" r:id="rId5"/>
    <p:sldId id="260" r:id="rId6"/>
    <p:sldId id="262" r:id="rId7"/>
    <p:sldId id="267" r:id="rId8"/>
    <p:sldId id="268" r:id="rId9"/>
    <p:sldId id="272" r:id="rId10"/>
    <p:sldId id="274" r:id="rId11"/>
    <p:sldId id="258" r:id="rId12"/>
    <p:sldId id="269" r:id="rId13"/>
    <p:sldId id="261" r:id="rId14"/>
    <p:sldId id="263" r:id="rId15"/>
    <p:sldId id="270" r:id="rId16"/>
    <p:sldId id="264" r:id="rId17"/>
    <p:sldId id="265" r:id="rId18"/>
    <p:sldId id="271" r:id="rId19"/>
    <p:sldId id="273" r:id="rId20"/>
  </p:sldIdLst>
  <p:sldSz cx="3960018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DC"/>
    <a:srgbClr val="E1DEFF"/>
    <a:srgbClr val="FFD57F"/>
    <a:srgbClr val="FFF2CC"/>
    <a:srgbClr val="C5A1FB"/>
    <a:srgbClr val="8FAADC"/>
    <a:srgbClr val="C7B1DF"/>
    <a:srgbClr val="9ACB94"/>
    <a:srgbClr val="73B0DC"/>
    <a:srgbClr val="80A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30" d="100"/>
          <a:sy n="30" d="100"/>
        </p:scale>
        <p:origin x="11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AC5D0-036B-46BE-9639-A9A01DA84DB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143000"/>
            <a:ext cx="4848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47B91-AFF9-472F-AFEB-D292959DCF5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23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618E-D8F5-C4E3-7592-AC898FDB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E0ABCB-8EBF-C60A-2A38-0B86AA28F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59280C-D179-91D7-12EC-55B43B93A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66F1A7-A843-E6B2-1D70-C7491C145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39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6984-C312-4879-2000-E9EDCA73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7F5F8F-40CD-6B4A-3015-EB9FD1489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C342B2-04A4-AE5B-00B9-33BEA3208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24399C-88D0-3E9A-5498-5402C5F54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5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653E-3FA3-F095-AE91-98066AFC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5BE88E-1E61-0A3D-E307-2519C1FEA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8E2D7E-A0CA-D249-EE06-FF518DA4C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F51516-5BBE-B664-AD25-1076A188C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7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55A3-FDBA-8851-31E7-A1083DA9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8BD690-DFB0-1B5D-8F9C-50AE25506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E4A97C-FF19-B2CA-B15D-CAA1B42AD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252281-02F1-497E-B131-312461B0A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28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828D-CEE1-9F5A-0602-4649F702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778363-19C0-C325-A6A3-5A0108200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1143000"/>
            <a:ext cx="4848225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3EBADC-5E9D-AE3D-6AD1-B96F20439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9DD821-C220-E1F7-A70F-0C6D48894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47B91-AFF9-472F-AFEB-D292959DCF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44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024" y="4124164"/>
            <a:ext cx="29700141" cy="8773325"/>
          </a:xfrm>
        </p:spPr>
        <p:txBody>
          <a:bodyPr anchor="b"/>
          <a:lstStyle>
            <a:lvl1pPr algn="ctr">
              <a:defRPr sz="1948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0024" y="13235822"/>
            <a:ext cx="29700141" cy="6084159"/>
          </a:xfrm>
        </p:spPr>
        <p:txBody>
          <a:bodyPr/>
          <a:lstStyle>
            <a:lvl1pPr marL="0" indent="0" algn="ctr">
              <a:buNone/>
              <a:defRPr sz="7795"/>
            </a:lvl1pPr>
            <a:lvl2pPr marL="1484986" indent="0" algn="ctr">
              <a:buNone/>
              <a:defRPr sz="6496"/>
            </a:lvl2pPr>
            <a:lvl3pPr marL="2969971" indent="0" algn="ctr">
              <a:buNone/>
              <a:defRPr sz="5846"/>
            </a:lvl3pPr>
            <a:lvl4pPr marL="4454957" indent="0" algn="ctr">
              <a:buNone/>
              <a:defRPr sz="5197"/>
            </a:lvl4pPr>
            <a:lvl5pPr marL="5939942" indent="0" algn="ctr">
              <a:buNone/>
              <a:defRPr sz="5197"/>
            </a:lvl5pPr>
            <a:lvl6pPr marL="7424928" indent="0" algn="ctr">
              <a:buNone/>
              <a:defRPr sz="5197"/>
            </a:lvl6pPr>
            <a:lvl7pPr marL="8909914" indent="0" algn="ctr">
              <a:buNone/>
              <a:defRPr sz="5197"/>
            </a:lvl7pPr>
            <a:lvl8pPr marL="10394899" indent="0" algn="ctr">
              <a:buNone/>
              <a:defRPr sz="5197"/>
            </a:lvl8pPr>
            <a:lvl9pPr marL="11879885" indent="0" algn="ctr">
              <a:buNone/>
              <a:defRPr sz="51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846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985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888" y="6282497"/>
            <a:ext cx="34155162" cy="10482488"/>
          </a:xfrm>
        </p:spPr>
        <p:txBody>
          <a:bodyPr anchor="b"/>
          <a:lstStyle>
            <a:lvl1pPr>
              <a:defRPr sz="1948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888" y="16864153"/>
            <a:ext cx="34155162" cy="5512493"/>
          </a:xfrm>
        </p:spPr>
        <p:txBody>
          <a:bodyPr/>
          <a:lstStyle>
            <a:lvl1pPr marL="0" indent="0">
              <a:buNone/>
              <a:defRPr sz="7795">
                <a:solidFill>
                  <a:schemeClr val="tx1">
                    <a:tint val="75000"/>
                  </a:schemeClr>
                </a:solidFill>
              </a:defRPr>
            </a:lvl1pPr>
            <a:lvl2pPr marL="1484986" indent="0">
              <a:buNone/>
              <a:defRPr sz="6496">
                <a:solidFill>
                  <a:schemeClr val="tx1">
                    <a:tint val="75000"/>
                  </a:schemeClr>
                </a:solidFill>
              </a:defRPr>
            </a:lvl2pPr>
            <a:lvl3pPr marL="2969971" indent="0">
              <a:buNone/>
              <a:defRPr sz="5846">
                <a:solidFill>
                  <a:schemeClr val="tx1">
                    <a:tint val="75000"/>
                  </a:schemeClr>
                </a:solidFill>
              </a:defRPr>
            </a:lvl3pPr>
            <a:lvl4pPr marL="4454957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4pPr>
            <a:lvl5pPr marL="5939942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5pPr>
            <a:lvl6pPr marL="7424928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6pPr>
            <a:lvl7pPr marL="8909914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7pPr>
            <a:lvl8pPr marL="10394899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8pPr>
            <a:lvl9pPr marL="11879885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02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2513" y="6708326"/>
            <a:ext cx="16830080" cy="1598915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7595" y="6708326"/>
            <a:ext cx="16830080" cy="1598915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97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1" y="1341667"/>
            <a:ext cx="34155162" cy="487083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673" y="6177496"/>
            <a:ext cx="16752734" cy="3027495"/>
          </a:xfrm>
        </p:spPr>
        <p:txBody>
          <a:bodyPr anchor="b"/>
          <a:lstStyle>
            <a:lvl1pPr marL="0" indent="0">
              <a:buNone/>
              <a:defRPr sz="7795" b="1"/>
            </a:lvl1pPr>
            <a:lvl2pPr marL="1484986" indent="0">
              <a:buNone/>
              <a:defRPr sz="6496" b="1"/>
            </a:lvl2pPr>
            <a:lvl3pPr marL="2969971" indent="0">
              <a:buNone/>
              <a:defRPr sz="5846" b="1"/>
            </a:lvl3pPr>
            <a:lvl4pPr marL="4454957" indent="0">
              <a:buNone/>
              <a:defRPr sz="5197" b="1"/>
            </a:lvl4pPr>
            <a:lvl5pPr marL="5939942" indent="0">
              <a:buNone/>
              <a:defRPr sz="5197" b="1"/>
            </a:lvl5pPr>
            <a:lvl6pPr marL="7424928" indent="0">
              <a:buNone/>
              <a:defRPr sz="5197" b="1"/>
            </a:lvl6pPr>
            <a:lvl7pPr marL="8909914" indent="0">
              <a:buNone/>
              <a:defRPr sz="5197" b="1"/>
            </a:lvl7pPr>
            <a:lvl8pPr marL="10394899" indent="0">
              <a:buNone/>
              <a:defRPr sz="5197" b="1"/>
            </a:lvl8pPr>
            <a:lvl9pPr marL="11879885" indent="0">
              <a:buNone/>
              <a:defRPr sz="51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673" y="9204991"/>
            <a:ext cx="16752734" cy="135391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7595" y="6177496"/>
            <a:ext cx="16835238" cy="3027495"/>
          </a:xfrm>
        </p:spPr>
        <p:txBody>
          <a:bodyPr anchor="b"/>
          <a:lstStyle>
            <a:lvl1pPr marL="0" indent="0">
              <a:buNone/>
              <a:defRPr sz="7795" b="1"/>
            </a:lvl1pPr>
            <a:lvl2pPr marL="1484986" indent="0">
              <a:buNone/>
              <a:defRPr sz="6496" b="1"/>
            </a:lvl2pPr>
            <a:lvl3pPr marL="2969971" indent="0">
              <a:buNone/>
              <a:defRPr sz="5846" b="1"/>
            </a:lvl3pPr>
            <a:lvl4pPr marL="4454957" indent="0">
              <a:buNone/>
              <a:defRPr sz="5197" b="1"/>
            </a:lvl4pPr>
            <a:lvl5pPr marL="5939942" indent="0">
              <a:buNone/>
              <a:defRPr sz="5197" b="1"/>
            </a:lvl5pPr>
            <a:lvl6pPr marL="7424928" indent="0">
              <a:buNone/>
              <a:defRPr sz="5197" b="1"/>
            </a:lvl6pPr>
            <a:lvl7pPr marL="8909914" indent="0">
              <a:buNone/>
              <a:defRPr sz="5197" b="1"/>
            </a:lvl7pPr>
            <a:lvl8pPr marL="10394899" indent="0">
              <a:buNone/>
              <a:defRPr sz="5197" b="1"/>
            </a:lvl8pPr>
            <a:lvl9pPr marL="11879885" indent="0">
              <a:buNone/>
              <a:defRPr sz="51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7595" y="9204991"/>
            <a:ext cx="16835238" cy="135391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06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173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09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1679998"/>
            <a:ext cx="12772090" cy="5879994"/>
          </a:xfrm>
        </p:spPr>
        <p:txBody>
          <a:bodyPr anchor="b"/>
          <a:lstStyle>
            <a:lvl1pPr>
              <a:defRPr sz="103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5238" y="3628331"/>
            <a:ext cx="20047595" cy="17908316"/>
          </a:xfrm>
        </p:spPr>
        <p:txBody>
          <a:bodyPr/>
          <a:lstStyle>
            <a:lvl1pPr>
              <a:defRPr sz="10394"/>
            </a:lvl1pPr>
            <a:lvl2pPr>
              <a:defRPr sz="9094"/>
            </a:lvl2pPr>
            <a:lvl3pPr>
              <a:defRPr sz="7795"/>
            </a:lvl3pPr>
            <a:lvl4pPr>
              <a:defRPr sz="6496"/>
            </a:lvl4pPr>
            <a:lvl5pPr>
              <a:defRPr sz="6496"/>
            </a:lvl5pPr>
            <a:lvl6pPr>
              <a:defRPr sz="6496"/>
            </a:lvl6pPr>
            <a:lvl7pPr>
              <a:defRPr sz="6496"/>
            </a:lvl7pPr>
            <a:lvl8pPr>
              <a:defRPr sz="6496"/>
            </a:lvl8pPr>
            <a:lvl9pPr>
              <a:defRPr sz="64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7559993"/>
            <a:ext cx="12772090" cy="14005821"/>
          </a:xfrm>
        </p:spPr>
        <p:txBody>
          <a:bodyPr/>
          <a:lstStyle>
            <a:lvl1pPr marL="0" indent="0">
              <a:buNone/>
              <a:defRPr sz="5197"/>
            </a:lvl1pPr>
            <a:lvl2pPr marL="1484986" indent="0">
              <a:buNone/>
              <a:defRPr sz="4547"/>
            </a:lvl2pPr>
            <a:lvl3pPr marL="2969971" indent="0">
              <a:buNone/>
              <a:defRPr sz="3898"/>
            </a:lvl3pPr>
            <a:lvl4pPr marL="4454957" indent="0">
              <a:buNone/>
              <a:defRPr sz="3248"/>
            </a:lvl4pPr>
            <a:lvl5pPr marL="5939942" indent="0">
              <a:buNone/>
              <a:defRPr sz="3248"/>
            </a:lvl5pPr>
            <a:lvl6pPr marL="7424928" indent="0">
              <a:buNone/>
              <a:defRPr sz="3248"/>
            </a:lvl6pPr>
            <a:lvl7pPr marL="8909914" indent="0">
              <a:buNone/>
              <a:defRPr sz="3248"/>
            </a:lvl7pPr>
            <a:lvl8pPr marL="10394899" indent="0">
              <a:buNone/>
              <a:defRPr sz="3248"/>
            </a:lvl8pPr>
            <a:lvl9pPr marL="11879885" indent="0">
              <a:buNone/>
              <a:defRPr sz="32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792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673" y="1679998"/>
            <a:ext cx="12772090" cy="5879994"/>
          </a:xfrm>
        </p:spPr>
        <p:txBody>
          <a:bodyPr anchor="b"/>
          <a:lstStyle>
            <a:lvl1pPr>
              <a:defRPr sz="103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5238" y="3628331"/>
            <a:ext cx="20047595" cy="17908316"/>
          </a:xfrm>
        </p:spPr>
        <p:txBody>
          <a:bodyPr anchor="t"/>
          <a:lstStyle>
            <a:lvl1pPr marL="0" indent="0">
              <a:buNone/>
              <a:defRPr sz="10394"/>
            </a:lvl1pPr>
            <a:lvl2pPr marL="1484986" indent="0">
              <a:buNone/>
              <a:defRPr sz="9094"/>
            </a:lvl2pPr>
            <a:lvl3pPr marL="2969971" indent="0">
              <a:buNone/>
              <a:defRPr sz="7795"/>
            </a:lvl3pPr>
            <a:lvl4pPr marL="4454957" indent="0">
              <a:buNone/>
              <a:defRPr sz="6496"/>
            </a:lvl4pPr>
            <a:lvl5pPr marL="5939942" indent="0">
              <a:buNone/>
              <a:defRPr sz="6496"/>
            </a:lvl5pPr>
            <a:lvl6pPr marL="7424928" indent="0">
              <a:buNone/>
              <a:defRPr sz="6496"/>
            </a:lvl6pPr>
            <a:lvl7pPr marL="8909914" indent="0">
              <a:buNone/>
              <a:defRPr sz="6496"/>
            </a:lvl7pPr>
            <a:lvl8pPr marL="10394899" indent="0">
              <a:buNone/>
              <a:defRPr sz="6496"/>
            </a:lvl8pPr>
            <a:lvl9pPr marL="11879885" indent="0">
              <a:buNone/>
              <a:defRPr sz="649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673" y="7559993"/>
            <a:ext cx="12772090" cy="14005821"/>
          </a:xfrm>
        </p:spPr>
        <p:txBody>
          <a:bodyPr/>
          <a:lstStyle>
            <a:lvl1pPr marL="0" indent="0">
              <a:buNone/>
              <a:defRPr sz="5197"/>
            </a:lvl1pPr>
            <a:lvl2pPr marL="1484986" indent="0">
              <a:buNone/>
              <a:defRPr sz="4547"/>
            </a:lvl2pPr>
            <a:lvl3pPr marL="2969971" indent="0">
              <a:buNone/>
              <a:defRPr sz="3898"/>
            </a:lvl3pPr>
            <a:lvl4pPr marL="4454957" indent="0">
              <a:buNone/>
              <a:defRPr sz="3248"/>
            </a:lvl4pPr>
            <a:lvl5pPr marL="5939942" indent="0">
              <a:buNone/>
              <a:defRPr sz="3248"/>
            </a:lvl5pPr>
            <a:lvl6pPr marL="7424928" indent="0">
              <a:buNone/>
              <a:defRPr sz="3248"/>
            </a:lvl6pPr>
            <a:lvl7pPr marL="8909914" indent="0">
              <a:buNone/>
              <a:defRPr sz="3248"/>
            </a:lvl7pPr>
            <a:lvl8pPr marL="10394899" indent="0">
              <a:buNone/>
              <a:defRPr sz="3248"/>
            </a:lvl8pPr>
            <a:lvl9pPr marL="11879885" indent="0">
              <a:buNone/>
              <a:defRPr sz="32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434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69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8884" y="1341665"/>
            <a:ext cx="8538791" cy="2135581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2513" y="1341665"/>
            <a:ext cx="25121369" cy="2135581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75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2513" y="1341667"/>
            <a:ext cx="34155162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2513" y="6708326"/>
            <a:ext cx="34155162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2513" y="23356646"/>
            <a:ext cx="891004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43113-A8A7-4443-B60E-C6BBA44B8201}" type="datetimeFigureOut">
              <a:rPr lang="es-MX" smtClean="0"/>
              <a:t>11/11/2025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7563" y="23356646"/>
            <a:ext cx="1336506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7633" y="23356646"/>
            <a:ext cx="891004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4718-B25B-4C99-A291-3A47804D4B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51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969971" rtl="0" eaLnBrk="1" latinLnBrk="0" hangingPunct="1">
        <a:lnSpc>
          <a:spcPct val="90000"/>
        </a:lnSpc>
        <a:spcBef>
          <a:spcPct val="0"/>
        </a:spcBef>
        <a:buNone/>
        <a:defRPr sz="14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493" indent="-742493" algn="l" defTabSz="2969971" rtl="0" eaLnBrk="1" latinLnBrk="0" hangingPunct="1">
        <a:lnSpc>
          <a:spcPct val="90000"/>
        </a:lnSpc>
        <a:spcBef>
          <a:spcPts val="3248"/>
        </a:spcBef>
        <a:buFont typeface="Arial" panose="020B0604020202020204" pitchFamily="34" charset="0"/>
        <a:buChar char="•"/>
        <a:defRPr sz="9094" kern="1200">
          <a:solidFill>
            <a:schemeClr val="tx1"/>
          </a:solidFill>
          <a:latin typeface="+mn-lt"/>
          <a:ea typeface="+mn-ea"/>
          <a:cs typeface="+mn-cs"/>
        </a:defRPr>
      </a:lvl1pPr>
      <a:lvl2pPr marL="2227478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2pPr>
      <a:lvl3pPr marL="3712464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6496" kern="1200">
          <a:solidFill>
            <a:schemeClr val="tx1"/>
          </a:solidFill>
          <a:latin typeface="+mn-lt"/>
          <a:ea typeface="+mn-ea"/>
          <a:cs typeface="+mn-cs"/>
        </a:defRPr>
      </a:lvl3pPr>
      <a:lvl4pPr marL="5197450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4pPr>
      <a:lvl5pPr marL="6682435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5pPr>
      <a:lvl6pPr marL="8167421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6pPr>
      <a:lvl7pPr marL="9652406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7pPr>
      <a:lvl8pPr marL="11137392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8pPr>
      <a:lvl9pPr marL="12622378" indent="-742493" algn="l" defTabSz="2969971" rtl="0" eaLnBrk="1" latinLnBrk="0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5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1pPr>
      <a:lvl2pPr marL="1484986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2pPr>
      <a:lvl3pPr marL="2969971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3pPr>
      <a:lvl4pPr marL="4454957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4pPr>
      <a:lvl5pPr marL="5939942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5pPr>
      <a:lvl6pPr marL="7424928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6pPr>
      <a:lvl7pPr marL="8909914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7pPr>
      <a:lvl8pPr marL="10394899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8pPr>
      <a:lvl9pPr marL="11879885" algn="l" defTabSz="2969971" rtl="0" eaLnBrk="1" latinLnBrk="0" hangingPunct="1">
        <a:defRPr sz="5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FB2C5-1C31-AB6F-84D4-0E9CB835C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DFD3CCB-D338-21DC-57AB-370449AB585B}"/>
              </a:ext>
            </a:extLst>
          </p:cNvPr>
          <p:cNvSpPr/>
          <p:nvPr/>
        </p:nvSpPr>
        <p:spPr>
          <a:xfrm>
            <a:off x="23984180" y="1362341"/>
            <a:ext cx="13795887" cy="2323403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7670D3E6-942F-F2B4-E3E9-2C6D2825FDB6}"/>
              </a:ext>
            </a:extLst>
          </p:cNvPr>
          <p:cNvSpPr/>
          <p:nvPr/>
        </p:nvSpPr>
        <p:spPr>
          <a:xfrm>
            <a:off x="7982451" y="5295900"/>
            <a:ext cx="2771274" cy="8839200"/>
          </a:xfrm>
          <a:prstGeom prst="cube">
            <a:avLst>
              <a:gd name="adj" fmla="val 87500"/>
            </a:avLst>
          </a:prstGeom>
          <a:solidFill>
            <a:srgbClr val="FF9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9E6A2073-AB33-6CF8-D0F7-5CAFDC625A74}"/>
              </a:ext>
            </a:extLst>
          </p:cNvPr>
          <p:cNvSpPr/>
          <p:nvPr/>
        </p:nvSpPr>
        <p:spPr>
          <a:xfrm>
            <a:off x="10033451" y="6056506"/>
            <a:ext cx="2293905" cy="7316594"/>
          </a:xfrm>
          <a:prstGeom prst="cube">
            <a:avLst>
              <a:gd name="adj" fmla="val 87500"/>
            </a:avLst>
          </a:prstGeom>
          <a:solidFill>
            <a:srgbClr val="FF9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2B206F9D-E5FC-08D0-285B-F4BB12F183DA}"/>
              </a:ext>
            </a:extLst>
          </p:cNvPr>
          <p:cNvSpPr/>
          <p:nvPr/>
        </p:nvSpPr>
        <p:spPr>
          <a:xfrm>
            <a:off x="11607080" y="7255745"/>
            <a:ext cx="1541932" cy="4918116"/>
          </a:xfrm>
          <a:prstGeom prst="cube">
            <a:avLst>
              <a:gd name="adj" fmla="val 87500"/>
            </a:avLst>
          </a:prstGeom>
          <a:solidFill>
            <a:srgbClr val="FF9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56D4CDB-BC45-D417-4CAE-7B0447F6789A}"/>
              </a:ext>
            </a:extLst>
          </p:cNvPr>
          <p:cNvSpPr/>
          <p:nvPr/>
        </p:nvSpPr>
        <p:spPr>
          <a:xfrm>
            <a:off x="24553926" y="4190284"/>
            <a:ext cx="6400798" cy="7322984"/>
          </a:xfrm>
          <a:prstGeom prst="roundRect">
            <a:avLst>
              <a:gd name="adj" fmla="val 5953"/>
            </a:avLst>
          </a:prstGeom>
          <a:solidFill>
            <a:srgbClr val="CF7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3324563-1181-DBFC-2C47-E842781594F5}"/>
              </a:ext>
            </a:extLst>
          </p:cNvPr>
          <p:cNvSpPr/>
          <p:nvPr/>
        </p:nvSpPr>
        <p:spPr>
          <a:xfrm>
            <a:off x="31267354" y="4201345"/>
            <a:ext cx="6400800" cy="7316594"/>
          </a:xfrm>
          <a:prstGeom prst="roundRect">
            <a:avLst>
              <a:gd name="adj" fmla="val 5953"/>
            </a:avLst>
          </a:prstGeom>
          <a:solidFill>
            <a:srgbClr val="98B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93E66E9-320B-789D-C278-B1375F341C3A}"/>
              </a:ext>
            </a:extLst>
          </p:cNvPr>
          <p:cNvSpPr/>
          <p:nvPr/>
        </p:nvSpPr>
        <p:spPr>
          <a:xfrm>
            <a:off x="13182061" y="1362341"/>
            <a:ext cx="6858521" cy="2323403"/>
          </a:xfrm>
          <a:prstGeom prst="roundRect">
            <a:avLst>
              <a:gd name="adj" fmla="val 5953"/>
            </a:avLst>
          </a:prstGeom>
          <a:solidFill>
            <a:srgbClr val="F7E68D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5E6A2A9-FECA-FDB3-CA6B-5AFBDA14F481}"/>
              </a:ext>
            </a:extLst>
          </p:cNvPr>
          <p:cNvSpPr/>
          <p:nvPr/>
        </p:nvSpPr>
        <p:spPr>
          <a:xfrm>
            <a:off x="2587040" y="470807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667EE7-41EF-9EE1-E109-31987342FB51}"/>
              </a:ext>
            </a:extLst>
          </p:cNvPr>
          <p:cNvSpPr/>
          <p:nvPr/>
        </p:nvSpPr>
        <p:spPr>
          <a:xfrm>
            <a:off x="2587040" y="1211524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663F2EEA-B419-0766-859E-1E3352E32B4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648321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66A34A7B-77FE-E887-0182-302580EBAF5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034010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DDE2EC1-9196-F4D0-9B2F-404DCCA7F2E0}"/>
                  </a:ext>
                </a:extLst>
              </p:cNvPr>
              <p:cNvSpPr txBox="1"/>
              <p:nvPr/>
            </p:nvSpPr>
            <p:spPr>
              <a:xfrm>
                <a:off x="1800226" y="794334"/>
                <a:ext cx="524834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domain (real EEG signals)</a:t>
                </a:r>
              </a:p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s-MX" sz="6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DDE2EC1-9196-F4D0-9B2F-404DCCA7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226" y="794334"/>
                <a:ext cx="5248349" cy="3785652"/>
              </a:xfrm>
              <a:prstGeom prst="rect">
                <a:avLst/>
              </a:prstGeom>
              <a:blipFill>
                <a:blip r:embed="rId2"/>
                <a:stretch>
                  <a:fillRect l="-2439" t="-4831" r="-6156" b="-9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083AA1C-DA99-3F92-69A1-46BA41E1B284}"/>
                  </a:ext>
                </a:extLst>
              </p:cNvPr>
              <p:cNvSpPr txBox="1"/>
              <p:nvPr/>
            </p:nvSpPr>
            <p:spPr>
              <a:xfrm>
                <a:off x="1771598" y="8303016"/>
                <a:ext cx="527697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target (semi-simulated EEG signals)</a:t>
                </a:r>
              </a:p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083AA1C-DA99-3F92-69A1-46BA41E1B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598" y="8303016"/>
                <a:ext cx="5276979" cy="3785652"/>
              </a:xfrm>
              <a:prstGeom prst="rect">
                <a:avLst/>
              </a:prstGeom>
              <a:blipFill>
                <a:blip r:embed="rId3"/>
                <a:stretch>
                  <a:fillRect l="-5318" t="-4831" r="-8786" b="-9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2DA24D1-03CD-B94A-295D-A4A994837CFE}"/>
                  </a:ext>
                </a:extLst>
              </p:cNvPr>
              <p:cNvSpPr txBox="1"/>
              <p:nvPr/>
            </p:nvSpPr>
            <p:spPr>
              <a:xfrm>
                <a:off x="24489340" y="1741520"/>
                <a:ext cx="12817163" cy="1565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48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48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4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2DA24D1-03CD-B94A-295D-A4A994837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9340" y="1741520"/>
                <a:ext cx="12817163" cy="1565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B9C73767-0813-DE48-1869-639F7F80972A}"/>
              </a:ext>
            </a:extLst>
          </p:cNvPr>
          <p:cNvSpPr txBox="1"/>
          <p:nvPr/>
        </p:nvSpPr>
        <p:spPr>
          <a:xfrm>
            <a:off x="23984180" y="148811"/>
            <a:ext cx="9561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weighted loss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5F505BF-052E-2CBD-631B-0C0C70E782E3}"/>
              </a:ext>
            </a:extLst>
          </p:cNvPr>
          <p:cNvSpPr txBox="1"/>
          <p:nvPr/>
        </p:nvSpPr>
        <p:spPr>
          <a:xfrm>
            <a:off x="6993457" y="9310624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8BC6D5A-EB16-EA73-1773-AE4D32732557}"/>
              </a:ext>
            </a:extLst>
          </p:cNvPr>
          <p:cNvSpPr txBox="1"/>
          <p:nvPr/>
        </p:nvSpPr>
        <p:spPr>
          <a:xfrm>
            <a:off x="13149013" y="190921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Sinkhorn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07D78DA-E1EF-E0DC-B8E2-586B03B2F3D3}"/>
                  </a:ext>
                </a:extLst>
              </p:cNvPr>
              <p:cNvSpPr txBox="1"/>
              <p:nvPr/>
            </p:nvSpPr>
            <p:spPr>
              <a:xfrm>
                <a:off x="13902886" y="2012471"/>
                <a:ext cx="5416868" cy="9717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  <m:sSub>
                        <m:sSub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07D78DA-E1EF-E0DC-B8E2-586B03B2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2886" y="2012471"/>
                <a:ext cx="5416868" cy="971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7029F4A-A328-963D-BDF5-4E85AB37B679}"/>
              </a:ext>
            </a:extLst>
          </p:cNvPr>
          <p:cNvCxnSpPr/>
          <p:nvPr/>
        </p:nvCxnSpPr>
        <p:spPr>
          <a:xfrm>
            <a:off x="13149012" y="1014162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EF6DD703-8374-CD43-ADF9-90BACDA31CD7}"/>
              </a:ext>
            </a:extLst>
          </p:cNvPr>
          <p:cNvSpPr/>
          <p:nvPr/>
        </p:nvSpPr>
        <p:spPr>
          <a:xfrm>
            <a:off x="16586961" y="879382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98854C3-BC88-0EC3-FC0D-77751A43E245}"/>
              </a:ext>
            </a:extLst>
          </p:cNvPr>
          <p:cNvSpPr/>
          <p:nvPr/>
        </p:nvSpPr>
        <p:spPr>
          <a:xfrm>
            <a:off x="16586961" y="645639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42E638E-A056-F956-1BD0-490DD245A139}"/>
              </a:ext>
            </a:extLst>
          </p:cNvPr>
          <p:cNvSpPr/>
          <p:nvPr/>
        </p:nvSpPr>
        <p:spPr>
          <a:xfrm>
            <a:off x="16586961" y="723553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BCDF738-32A9-16AF-76AD-ABD262E8F82F}"/>
              </a:ext>
            </a:extLst>
          </p:cNvPr>
          <p:cNvSpPr/>
          <p:nvPr/>
        </p:nvSpPr>
        <p:spPr>
          <a:xfrm>
            <a:off x="16586961" y="567725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00EAC44-ECF9-1AF5-8377-CF40AA9D7BFF}"/>
              </a:ext>
            </a:extLst>
          </p:cNvPr>
          <p:cNvSpPr/>
          <p:nvPr/>
        </p:nvSpPr>
        <p:spPr>
          <a:xfrm>
            <a:off x="16586961" y="957296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F728411-8B41-952B-A3F3-1D55D5FE2CC7}"/>
              </a:ext>
            </a:extLst>
          </p:cNvPr>
          <p:cNvSpPr/>
          <p:nvPr/>
        </p:nvSpPr>
        <p:spPr>
          <a:xfrm>
            <a:off x="16586961" y="1113124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7277717-849A-588C-3DF0-5069153DFDC9}"/>
              </a:ext>
            </a:extLst>
          </p:cNvPr>
          <p:cNvSpPr/>
          <p:nvPr/>
        </p:nvSpPr>
        <p:spPr>
          <a:xfrm>
            <a:off x="16586961" y="1035210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637C2D2-EE5E-2305-D081-4CF411B674DB}"/>
              </a:ext>
            </a:extLst>
          </p:cNvPr>
          <p:cNvSpPr/>
          <p:nvPr/>
        </p:nvSpPr>
        <p:spPr>
          <a:xfrm>
            <a:off x="16586961" y="80146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98F1FCE-1B79-EC32-E1C8-2925E8FF0038}"/>
              </a:ext>
            </a:extLst>
          </p:cNvPr>
          <p:cNvSpPr/>
          <p:nvPr/>
        </p:nvSpPr>
        <p:spPr>
          <a:xfrm>
            <a:off x="16586961" y="1268953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2CB732C-F6AE-333A-3A11-B722EF728A0F}"/>
              </a:ext>
            </a:extLst>
          </p:cNvPr>
          <p:cNvSpPr/>
          <p:nvPr/>
        </p:nvSpPr>
        <p:spPr>
          <a:xfrm>
            <a:off x="16586961" y="1346867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71160F3-CBFA-9619-F85F-4F50F404A29A}"/>
              </a:ext>
            </a:extLst>
          </p:cNvPr>
          <p:cNvSpPr/>
          <p:nvPr/>
        </p:nvSpPr>
        <p:spPr>
          <a:xfrm>
            <a:off x="16586961" y="119103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C2644BA-C37A-3D6B-20E5-B078E79CB743}"/>
              </a:ext>
            </a:extLst>
          </p:cNvPr>
          <p:cNvSpPr/>
          <p:nvPr/>
        </p:nvSpPr>
        <p:spPr>
          <a:xfrm>
            <a:off x="16586961" y="1424781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796C85D-EC34-0D7A-3160-50679D382B4E}"/>
              </a:ext>
            </a:extLst>
          </p:cNvPr>
          <p:cNvSpPr/>
          <p:nvPr/>
        </p:nvSpPr>
        <p:spPr>
          <a:xfrm>
            <a:off x="17843279" y="1144357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2069F336-1778-9F06-E00E-BCF88E13AD8E}"/>
              </a:ext>
            </a:extLst>
          </p:cNvPr>
          <p:cNvSpPr/>
          <p:nvPr/>
        </p:nvSpPr>
        <p:spPr>
          <a:xfrm>
            <a:off x="17843279" y="910615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AF8CBD86-6541-CCFB-929C-ED2C3FA7F785}"/>
              </a:ext>
            </a:extLst>
          </p:cNvPr>
          <p:cNvSpPr/>
          <p:nvPr/>
        </p:nvSpPr>
        <p:spPr>
          <a:xfrm>
            <a:off x="17843279" y="988529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9DC8E51-AAB3-EB77-9207-7EDBE154CD98}"/>
              </a:ext>
            </a:extLst>
          </p:cNvPr>
          <p:cNvSpPr/>
          <p:nvPr/>
        </p:nvSpPr>
        <p:spPr>
          <a:xfrm>
            <a:off x="17843279" y="832700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D914C28E-0109-084F-B768-CDC152C11468}"/>
              </a:ext>
            </a:extLst>
          </p:cNvPr>
          <p:cNvSpPr/>
          <p:nvPr/>
        </p:nvSpPr>
        <p:spPr>
          <a:xfrm>
            <a:off x="17843279" y="1066443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9A2770C-202E-2A9F-1C9D-8DE3323D8ED6}"/>
              </a:ext>
            </a:extLst>
          </p:cNvPr>
          <p:cNvSpPr/>
          <p:nvPr/>
        </p:nvSpPr>
        <p:spPr>
          <a:xfrm>
            <a:off x="15330643" y="830117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E8EF1CFE-F532-1C94-3A42-F73694034151}"/>
              </a:ext>
            </a:extLst>
          </p:cNvPr>
          <p:cNvSpPr/>
          <p:nvPr/>
        </p:nvSpPr>
        <p:spPr>
          <a:xfrm>
            <a:off x="15330643" y="674288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BC2B927F-6799-74A7-B134-0FD5BDBE30A1}"/>
              </a:ext>
            </a:extLst>
          </p:cNvPr>
          <p:cNvSpPr/>
          <p:nvPr/>
        </p:nvSpPr>
        <p:spPr>
          <a:xfrm>
            <a:off x="15330643" y="908031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B357BD99-88F4-DF42-D894-B60396AA3FDA}"/>
              </a:ext>
            </a:extLst>
          </p:cNvPr>
          <p:cNvSpPr/>
          <p:nvPr/>
        </p:nvSpPr>
        <p:spPr>
          <a:xfrm>
            <a:off x="15330643" y="1063859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7083DACE-BCD7-4334-B619-4DDB928D4E3A}"/>
              </a:ext>
            </a:extLst>
          </p:cNvPr>
          <p:cNvSpPr/>
          <p:nvPr/>
        </p:nvSpPr>
        <p:spPr>
          <a:xfrm>
            <a:off x="15330643" y="985945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DBBE731A-1B5C-EFE7-4177-A4AAD5634C47}"/>
              </a:ext>
            </a:extLst>
          </p:cNvPr>
          <p:cNvSpPr/>
          <p:nvPr/>
        </p:nvSpPr>
        <p:spPr>
          <a:xfrm>
            <a:off x="15330643" y="75220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1E8297B9-0BDE-60BC-D3C6-E3807A30C6C8}"/>
              </a:ext>
            </a:extLst>
          </p:cNvPr>
          <p:cNvSpPr/>
          <p:nvPr/>
        </p:nvSpPr>
        <p:spPr>
          <a:xfrm>
            <a:off x="15330643" y="1219688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FF4CBCD1-9328-32B9-EC89-EF6FCF1CE574}"/>
              </a:ext>
            </a:extLst>
          </p:cNvPr>
          <p:cNvSpPr/>
          <p:nvPr/>
        </p:nvSpPr>
        <p:spPr>
          <a:xfrm>
            <a:off x="15330643" y="1297602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ADEAD1A6-99C0-02DB-AA24-061C68F0F29E}"/>
              </a:ext>
            </a:extLst>
          </p:cNvPr>
          <p:cNvSpPr/>
          <p:nvPr/>
        </p:nvSpPr>
        <p:spPr>
          <a:xfrm>
            <a:off x="15330643" y="1141773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7466DDCD-2DFA-C47D-F7C5-66A862A42AA9}"/>
              </a:ext>
            </a:extLst>
          </p:cNvPr>
          <p:cNvCxnSpPr>
            <a:cxnSpLocks/>
          </p:cNvCxnSpPr>
          <p:nvPr/>
        </p:nvCxnSpPr>
        <p:spPr>
          <a:xfrm>
            <a:off x="18665037" y="1014162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AFCF71E-12FB-4C24-B63C-BE584B0A79DC}"/>
              </a:ext>
            </a:extLst>
          </p:cNvPr>
          <p:cNvSpPr txBox="1"/>
          <p:nvPr/>
        </p:nvSpPr>
        <p:spPr>
          <a:xfrm>
            <a:off x="18724133" y="922409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4FBCB5BF-04EE-897D-8335-0C7B58DEDF20}"/>
              </a:ext>
            </a:extLst>
          </p:cNvPr>
          <p:cNvCxnSpPr>
            <a:cxnSpLocks/>
          </p:cNvCxnSpPr>
          <p:nvPr/>
        </p:nvCxnSpPr>
        <p:spPr>
          <a:xfrm flipV="1">
            <a:off x="16879402" y="3864813"/>
            <a:ext cx="2" cy="16285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B6741A9-940E-ABAD-4655-32262E0391A0}"/>
              </a:ext>
            </a:extLst>
          </p:cNvPr>
          <p:cNvSpPr txBox="1"/>
          <p:nvPr/>
        </p:nvSpPr>
        <p:spPr>
          <a:xfrm>
            <a:off x="17018681" y="4320012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987A5F5B-32B5-4B46-C698-C36DF0FDFE8E}"/>
              </a:ext>
            </a:extLst>
          </p:cNvPr>
          <p:cNvCxnSpPr>
            <a:cxnSpLocks/>
          </p:cNvCxnSpPr>
          <p:nvPr/>
        </p:nvCxnSpPr>
        <p:spPr>
          <a:xfrm>
            <a:off x="20040581" y="2468489"/>
            <a:ext cx="39435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E7CE7F58-B3EA-8046-1561-C733C0F50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842733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DBF1465B-BC0F-9124-169A-785D2956B902}"/>
              </a:ext>
            </a:extLst>
          </p:cNvPr>
          <p:cNvSpPr txBox="1"/>
          <p:nvPr/>
        </p:nvSpPr>
        <p:spPr>
          <a:xfrm>
            <a:off x="19319754" y="16084682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2BCB313-0584-552C-7CCD-99D9230BA1DF}"/>
              </a:ext>
            </a:extLst>
          </p:cNvPr>
          <p:cNvSpPr txBox="1"/>
          <p:nvPr/>
        </p:nvSpPr>
        <p:spPr>
          <a:xfrm>
            <a:off x="2061482" y="16084684"/>
            <a:ext cx="4931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D3E8C230-AE6D-D0EB-B4BE-30D249CAB576}"/>
              </a:ext>
            </a:extLst>
          </p:cNvPr>
          <p:cNvSpPr txBox="1"/>
          <p:nvPr/>
        </p:nvSpPr>
        <p:spPr>
          <a:xfrm>
            <a:off x="8118091" y="16084683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estimator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8ECCF01C-09AA-849B-4D9F-68F1BB7E87B0}"/>
              </a:ext>
            </a:extLst>
          </p:cNvPr>
          <p:cNvSpPr txBox="1"/>
          <p:nvPr/>
        </p:nvSpPr>
        <p:spPr>
          <a:xfrm>
            <a:off x="13835647" y="16089440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D9D7E16-220C-FFB7-315F-2EA9DFA8E268}"/>
              </a:ext>
            </a:extLst>
          </p:cNvPr>
          <p:cNvCxnSpPr>
            <a:stCxn id="1026" idx="0"/>
          </p:cNvCxnSpPr>
          <p:nvPr/>
        </p:nvCxnSpPr>
        <p:spPr>
          <a:xfrm flipH="1" flipV="1">
            <a:off x="21983346" y="2468490"/>
            <a:ext cx="1" cy="59588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0AB008B6-818A-7DAF-2BA4-BDA81CD62DC8}"/>
              </a:ext>
            </a:extLst>
          </p:cNvPr>
          <p:cNvSpPr/>
          <p:nvPr/>
        </p:nvSpPr>
        <p:spPr>
          <a:xfrm>
            <a:off x="24736980" y="4650725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ED47DE07-D041-9407-33DE-72CB2AD95816}"/>
              </a:ext>
            </a:extLst>
          </p:cNvPr>
          <p:cNvSpPr/>
          <p:nvPr/>
        </p:nvSpPr>
        <p:spPr>
          <a:xfrm>
            <a:off x="27835203" y="4650725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CFD09A10-8D98-EB3F-223A-A0F1E0DC90B2}"/>
              </a:ext>
            </a:extLst>
          </p:cNvPr>
          <p:cNvSpPr/>
          <p:nvPr/>
        </p:nvSpPr>
        <p:spPr>
          <a:xfrm>
            <a:off x="31468548" y="4685298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FAF4021D-D0C7-2110-980B-17D7B0BF26AA}"/>
              </a:ext>
            </a:extLst>
          </p:cNvPr>
          <p:cNvSpPr/>
          <p:nvPr/>
        </p:nvSpPr>
        <p:spPr>
          <a:xfrm>
            <a:off x="34566771" y="4685298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3" name="Picture 2" descr="Output image">
            <a:extLst>
              <a:ext uri="{FF2B5EF4-FFF2-40B4-BE49-F238E27FC236}">
                <a16:creationId xmlns:a16="http://schemas.microsoft.com/office/drawing/2014/main" id="{D663348F-F900-4C23-E8BA-09F6A5F76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5227028" y="527536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tput image">
            <a:extLst>
              <a:ext uri="{FF2B5EF4-FFF2-40B4-BE49-F238E27FC236}">
                <a16:creationId xmlns:a16="http://schemas.microsoft.com/office/drawing/2014/main" id="{407CBB2A-86AD-51ED-1BE7-D6622A64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7028" y="841165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Output image">
            <a:extLst>
              <a:ext uri="{FF2B5EF4-FFF2-40B4-BE49-F238E27FC236}">
                <a16:creationId xmlns:a16="http://schemas.microsoft.com/office/drawing/2014/main" id="{F31100CF-D993-5706-25BE-95792BBE1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8325251" y="8321378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Output image">
            <a:extLst>
              <a:ext uri="{FF2B5EF4-FFF2-40B4-BE49-F238E27FC236}">
                <a16:creationId xmlns:a16="http://schemas.microsoft.com/office/drawing/2014/main" id="{282ACFA6-E05C-03D1-8346-1A2E04D3F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0881" y="527536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CuadroTexto 85">
            <a:extLst>
              <a:ext uri="{FF2B5EF4-FFF2-40B4-BE49-F238E27FC236}">
                <a16:creationId xmlns:a16="http://schemas.microsoft.com/office/drawing/2014/main" id="{51E08853-0B62-56B7-ECC7-3A3D1C9E918C}"/>
              </a:ext>
            </a:extLst>
          </p:cNvPr>
          <p:cNvSpPr txBox="1"/>
          <p:nvPr/>
        </p:nvSpPr>
        <p:spPr>
          <a:xfrm>
            <a:off x="26143695" y="5158475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AC1A58AF-CB00-7864-E313-53B5000A9B8B}"/>
                  </a:ext>
                </a:extLst>
              </p:cNvPr>
              <p:cNvSpPr txBox="1"/>
              <p:nvPr/>
            </p:nvSpPr>
            <p:spPr>
              <a:xfrm>
                <a:off x="26052474" y="8317700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AC1A58AF-CB00-7864-E313-53B5000A9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2474" y="8317700"/>
                <a:ext cx="164559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CuadroTexto 87">
            <a:extLst>
              <a:ext uri="{FF2B5EF4-FFF2-40B4-BE49-F238E27FC236}">
                <a16:creationId xmlns:a16="http://schemas.microsoft.com/office/drawing/2014/main" id="{8C1DD827-81E3-B704-A0B6-5F8CFABDF75A}"/>
              </a:ext>
            </a:extLst>
          </p:cNvPr>
          <p:cNvSpPr txBox="1"/>
          <p:nvPr/>
        </p:nvSpPr>
        <p:spPr>
          <a:xfrm>
            <a:off x="29241918" y="5026341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B1152F5-F8A1-F0F8-20A0-9A5762CC0780}"/>
                  </a:ext>
                </a:extLst>
              </p:cNvPr>
              <p:cNvSpPr txBox="1"/>
              <p:nvPr/>
            </p:nvSpPr>
            <p:spPr>
              <a:xfrm>
                <a:off x="29263186" y="8211546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B1152F5-F8A1-F0F8-20A0-9A5762CC0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6" y="8211546"/>
                <a:ext cx="1645593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Flecha: a la derecha 89">
            <a:extLst>
              <a:ext uri="{FF2B5EF4-FFF2-40B4-BE49-F238E27FC236}">
                <a16:creationId xmlns:a16="http://schemas.microsoft.com/office/drawing/2014/main" id="{16989739-FCC7-F2CC-5767-EC1CDFCD07DD}"/>
              </a:ext>
            </a:extLst>
          </p:cNvPr>
          <p:cNvSpPr/>
          <p:nvPr/>
        </p:nvSpPr>
        <p:spPr>
          <a:xfrm>
            <a:off x="27252940" y="11212684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echa: a la derecha 90">
            <a:extLst>
              <a:ext uri="{FF2B5EF4-FFF2-40B4-BE49-F238E27FC236}">
                <a16:creationId xmlns:a16="http://schemas.microsoft.com/office/drawing/2014/main" id="{BD95D907-14B5-5290-E13C-7890EF3D8D30}"/>
              </a:ext>
            </a:extLst>
          </p:cNvPr>
          <p:cNvSpPr/>
          <p:nvPr/>
        </p:nvSpPr>
        <p:spPr>
          <a:xfrm>
            <a:off x="34022628" y="11174317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Output image">
            <a:extLst>
              <a:ext uri="{FF2B5EF4-FFF2-40B4-BE49-F238E27FC236}">
                <a16:creationId xmlns:a16="http://schemas.microsoft.com/office/drawing/2014/main" id="{A7282986-1474-D1D5-EB75-3C4E10AF1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4"/>
          <a:stretch/>
        </p:blipFill>
        <p:spPr bwMode="auto">
          <a:xfrm>
            <a:off x="31975425" y="8327009"/>
            <a:ext cx="1965594" cy="18146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utput image">
            <a:extLst>
              <a:ext uri="{FF2B5EF4-FFF2-40B4-BE49-F238E27FC236}">
                <a16:creationId xmlns:a16="http://schemas.microsoft.com/office/drawing/2014/main" id="{0A426DC6-2F25-DECD-8917-187BB214AC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1975426" y="527536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8" descr="Output image">
            <a:extLst>
              <a:ext uri="{FF2B5EF4-FFF2-40B4-BE49-F238E27FC236}">
                <a16:creationId xmlns:a16="http://schemas.microsoft.com/office/drawing/2014/main" id="{D723763F-02A9-71AD-C6AB-177399428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5041559" y="527536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8" descr="Output image">
            <a:extLst>
              <a:ext uri="{FF2B5EF4-FFF2-40B4-BE49-F238E27FC236}">
                <a16:creationId xmlns:a16="http://schemas.microsoft.com/office/drawing/2014/main" id="{9158A0E4-A3A7-D1B7-B9EF-05C0EDC11F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5041559" y="841165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CuadroTexto 94">
            <a:extLst>
              <a:ext uri="{FF2B5EF4-FFF2-40B4-BE49-F238E27FC236}">
                <a16:creationId xmlns:a16="http://schemas.microsoft.com/office/drawing/2014/main" id="{20F969E3-193E-DB61-AC91-BFC4C296B412}"/>
              </a:ext>
            </a:extLst>
          </p:cNvPr>
          <p:cNvSpPr txBox="1"/>
          <p:nvPr/>
        </p:nvSpPr>
        <p:spPr>
          <a:xfrm>
            <a:off x="31553238" y="6282483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E5E70282-D936-ED19-06B1-2B377A1C6646}"/>
              </a:ext>
            </a:extLst>
          </p:cNvPr>
          <p:cNvSpPr txBox="1"/>
          <p:nvPr/>
        </p:nvSpPr>
        <p:spPr>
          <a:xfrm>
            <a:off x="34631871" y="9224095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3F881534-7B80-DC7C-166E-7B418C23CC07}"/>
              </a:ext>
            </a:extLst>
          </p:cNvPr>
          <p:cNvSpPr txBox="1"/>
          <p:nvPr/>
        </p:nvSpPr>
        <p:spPr>
          <a:xfrm>
            <a:off x="34631871" y="6282483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04DF4EFB-3111-51C1-4197-E5BDD53D05B7}"/>
                  </a:ext>
                </a:extLst>
              </p:cNvPr>
              <p:cNvSpPr txBox="1"/>
              <p:nvPr/>
            </p:nvSpPr>
            <p:spPr>
              <a:xfrm>
                <a:off x="31740627" y="9224095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04DF4EFB-3111-51C1-4197-E5BDD53D0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0627" y="9224095"/>
                <a:ext cx="1645593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CuadroTexto 98">
            <a:extLst>
              <a:ext uri="{FF2B5EF4-FFF2-40B4-BE49-F238E27FC236}">
                <a16:creationId xmlns:a16="http://schemas.microsoft.com/office/drawing/2014/main" id="{AE2AA819-824B-A652-055C-9363BD22B690}"/>
              </a:ext>
            </a:extLst>
          </p:cNvPr>
          <p:cNvSpPr txBox="1"/>
          <p:nvPr/>
        </p:nvSpPr>
        <p:spPr>
          <a:xfrm>
            <a:off x="25007528" y="16064942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accuracy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18EB7F2E-1DD4-93E7-31D2-5618B1395C39}"/>
              </a:ext>
            </a:extLst>
          </p:cNvPr>
          <p:cNvSpPr txBox="1"/>
          <p:nvPr/>
        </p:nvSpPr>
        <p:spPr>
          <a:xfrm>
            <a:off x="31468549" y="16084682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alignment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22C50510-F32B-5423-8FA8-0867ECE9D819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597729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9CDCE208-5AFF-3F33-D177-FEEEEEC74442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675643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7103D0CB-E676-094A-CE65-90BD24F476F1}"/>
              </a:ext>
            </a:extLst>
          </p:cNvPr>
          <p:cNvCxnSpPr>
            <a:stCxn id="49" idx="6"/>
          </p:cNvCxnSpPr>
          <p:nvPr/>
        </p:nvCxnSpPr>
        <p:spPr>
          <a:xfrm>
            <a:off x="15930715" y="704292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7E0DCF18-1B39-631F-FEBB-C4D6C8FB8473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704292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704FC678-9595-907D-8233-4545EFE5AADE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704292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59778349-6E4B-6635-CB98-1A49E895775B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704292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6C1BC31-6D32-474F-97BC-F8774CF5DB79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597729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C68CD2FC-936F-3069-D236-1C7B20A1DA70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675643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BCBDFDD4-6A57-31BD-9E83-5ADA5B741051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753557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BE88F66-9E29-5E78-2EBA-EB862CCDAC82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753557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97DC970-B687-23C9-368A-BA1A123D9F54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831471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F5F60798-C76C-DE88-3F04-8254BA8F5DD0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860120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041B46D9-E1EC-9B9A-1ADD-A9FC2BC1B6BE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860120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3217DD3-9EC2-3DD7-2ABA-AA6A140F6579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860120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E5794C7B-9724-2FD0-68AB-007FF94708A4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860120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B34C802-4F59-0597-5FA5-B1A2C5CBA8F5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675643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17C8A33-A57D-FCE3-B014-D3D0DB944E3D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831471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C4E73A5-99FE-CC65-817A-1CD14922DEF1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909385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B01FB6B9-2940-15F2-FB9B-1A66611F4E61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938034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567235A2-08E6-BCBF-59BC-54764EDB2CE0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938034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F74D9947-A18A-9077-C716-AFC85DBA4E90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938034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C6541BCB-D033-90E0-E5B9-52F8B2FBE1E2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938034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41917E91-4829-225F-483E-F19614A8A68F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938034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083E9DB0-F24F-C194-9F5E-06F9172B18D2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831471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3BF388CB-EA99-BC8E-9422-1FD5BE480B14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909385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AC1B425F-55F2-4014-7400-C30699CA9EE7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987300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90D2A41A-0A7E-A7AE-567D-B0BD45F8FF06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015949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6E89DB5B-1458-13DD-F9AD-2D9338942847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015949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300C1E71-6383-2734-F998-3B2F89685029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015949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E4B1E622-3B43-ABFF-4D56-EC30388E18F1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015949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CF66A36C-5C59-8557-D1B6-6835E2347272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909385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529D9EF5-32C2-6B01-8F3C-EC6F7AAFB66C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987300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9A894114-002B-00F9-5EF0-9EB70031379F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065214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29554757-2081-E777-81EC-D857EA8E0896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093863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46732554-3B00-C214-6678-87859CCE59FE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093863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6B0D8E00-A21F-565E-41DA-9CC103C1F313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093863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4A87BAA2-FABD-0709-B48D-EB9C2B006CFC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093863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BB1217FC-FB22-C811-4B6D-8734F173745F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987300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DD1C2939-2095-A57D-6104-E49E33EF6D99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143128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DACF46DF-3546-B9CF-B883-CE7612108827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171777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8DC5D50F-860B-0BF3-8E27-AEF76A52D1B5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171777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D603784E-5202-41C7-B8BB-743903DE4E9A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171777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5546D37B-69C2-F0D0-7393-DC474329BFDD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065214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8DCF43A4-FCF3-F134-BF52-4A123430857D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143128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A1271E20-E3A9-56D9-855F-17B93A0510D1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221042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D187AC8A-2BC5-1F63-EF96-E2DB6D8704DF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249691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6EDA5034-484C-7BE4-CB62-A8B262012136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249691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BB556C8F-5D63-D259-AC1B-DE8A3A4AF341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249691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DE4D0A6D-7721-A8EF-F3CD-22DDBCE83DD0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065214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3CEE2E81-64E4-CBCD-5CC7-C5B289A365F2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143128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A0DA8FB4-4105-4A02-442D-30432C6B702D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221042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7996C553-C10D-7A9C-2208-842470420D39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298956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3D8372C3-5FDD-AD1A-B37A-1920CDC77DFF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327605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ED441FA4-687E-3CE3-C896-0FBF05220935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597729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DBC113D9-274E-D9C0-92D9-5B8E0E6F9B5A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9439A909-E3E4-0603-D79E-380F6AB555E5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3F421745-AF64-CE71-2FA2-9E367CA9FD66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753557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76DBC53D-DC01-8BD7-0D5E-983C7110EB80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831471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99BA258B-0EAC-BD12-2E2F-2FC28A99652C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862704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8AA1D9DA-7A72-4E0F-D42D-21A60BD13402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862704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E6353369-D3E4-E88E-720C-5447FF0242E7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862704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F36EB1E6-045E-0785-0409-62EDA4F1B08A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862704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D651FB0C-A648-BB97-539F-2FC1954F3566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675643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83E8D409-89A0-0C6B-968B-92F0F10E7491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753557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03725FA9-B6FE-4E87-4BCA-57D15FBDDB02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831471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7CB1D293-7B09-8F8B-35B5-A108FCF9AC59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909385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83DF0EB1-FE33-816C-2508-F7B4A0B810EC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940618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14E28505-B7E9-E50C-9A34-CFF830C9969F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940618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D9547420-BB4F-F600-F78A-E66FDCD03324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940618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9CD074F4-F4C7-CD34-01F3-8965A18343A8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940618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C08E4B22-9BF7-1C46-1B12-E812FE633993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940618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95BE6197-8EB3-2B45-A4F3-4F063EBBCC26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753557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DA8A5600-DF36-3467-1778-BD9F490EF5FD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831471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A365A8A4-75FB-DF73-315B-A0A4F674A9C4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909385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90FDA16C-C4AB-CEC1-217D-293669B9BD52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987300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CFB53F0E-05F7-05E4-A89F-597D6886742A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018532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0A501313-7F4C-D506-62A6-A95FBB5AD13F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018532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88C828CE-3491-5E02-7E05-8CDD194AF26A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018532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C34BF42C-4AE1-ACEC-54A5-C0B75A89618B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018532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07294FEC-772B-83FC-D324-239988BF6E14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018532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CBBE55DC-12DB-4480-52B7-8582B901A09B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909385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0F13968E-DDE1-B7F8-20CC-07DD7178BDA7}"/>
              </a:ext>
            </a:extLst>
          </p:cNvPr>
          <p:cNvCxnSpPr>
            <a:cxnSpLocks/>
            <a:stCxn id="38" idx="2"/>
            <a:endCxn id="9" idx="6"/>
          </p:cNvCxnSpPr>
          <p:nvPr/>
        </p:nvCxnSpPr>
        <p:spPr>
          <a:xfrm flipH="1" flipV="1">
            <a:off x="17187033" y="987300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9803261A-98E5-E300-1594-B0C814C9E868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065214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FAEC3BD1-73DF-B063-0E51-4B33A764E1DD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096447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556E92DD-EA45-A1BD-8E53-DDDC4FCD5218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096447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A28E3964-5C62-1D73-D22F-799B5E5DBF5C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096447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1203B261-D763-2BB5-B7DF-7AE683611E9B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096447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1FD1070E-769A-CF24-61D2-7B7521BADD68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065214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FD8BA977-5BCA-0703-8403-B160A726BBAA}"/>
              </a:ext>
            </a:extLst>
          </p:cNvPr>
          <p:cNvCxnSpPr>
            <a:cxnSpLocks/>
            <a:stCxn id="26" idx="2"/>
            <a:endCxn id="16" idx="6"/>
          </p:cNvCxnSpPr>
          <p:nvPr/>
        </p:nvCxnSpPr>
        <p:spPr>
          <a:xfrm flipH="1" flipV="1">
            <a:off x="17187033" y="1143128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B9D61633-DC14-E3A4-8C74-8E54A301C545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174361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2A9022E6-F498-2769-4D5B-FE6CAB9262D3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174361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4396402D-F9DA-4424-8353-05C9E8EDF788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174361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71EC0AD7-3134-92C9-441A-E667CDEFE5FC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174361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3EA5F84B-D66F-27F7-C1FA-AA280AE45420}"/>
              </a:ext>
            </a:extLst>
          </p:cNvPr>
          <p:cNvSpPr/>
          <p:nvPr/>
        </p:nvSpPr>
        <p:spPr>
          <a:xfrm>
            <a:off x="2569647" y="1311798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A7B923B7-CEAF-CE7F-7ED3-95C4C3DB9D7A}"/>
              </a:ext>
            </a:extLst>
          </p:cNvPr>
          <p:cNvSpPr/>
          <p:nvPr/>
        </p:nvSpPr>
        <p:spPr>
          <a:xfrm>
            <a:off x="2569647" y="1245985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EBE204B6-CFC0-BF31-A678-E30ECC9906F9}"/>
              </a:ext>
            </a:extLst>
          </p:cNvPr>
          <p:cNvSpPr/>
          <p:nvPr/>
        </p:nvSpPr>
        <p:spPr>
          <a:xfrm>
            <a:off x="2549736" y="1510973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A8786DE5-6566-875D-F762-8F437E87A331}"/>
              </a:ext>
            </a:extLst>
          </p:cNvPr>
          <p:cNvSpPr/>
          <p:nvPr/>
        </p:nvSpPr>
        <p:spPr>
          <a:xfrm>
            <a:off x="2563917" y="1374521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D1A82D8A-7D78-F48B-E8CE-FA0C0774DA90}"/>
              </a:ext>
            </a:extLst>
          </p:cNvPr>
          <p:cNvSpPr/>
          <p:nvPr/>
        </p:nvSpPr>
        <p:spPr>
          <a:xfrm>
            <a:off x="2716317" y="1455574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C5B106E9-90D1-6C28-20DC-B15A0EBE8BF7}"/>
              </a:ext>
            </a:extLst>
          </p:cNvPr>
          <p:cNvSpPr/>
          <p:nvPr/>
        </p:nvSpPr>
        <p:spPr>
          <a:xfrm>
            <a:off x="2590800" y="479095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C109CBD6-DD18-4365-AFE3-EB32281EFAF0}"/>
              </a:ext>
            </a:extLst>
          </p:cNvPr>
          <p:cNvSpPr/>
          <p:nvPr/>
        </p:nvSpPr>
        <p:spPr>
          <a:xfrm>
            <a:off x="2616968" y="538191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5FE17B25-62DF-F375-E071-79CB763055ED}"/>
              </a:ext>
            </a:extLst>
          </p:cNvPr>
          <p:cNvSpPr/>
          <p:nvPr/>
        </p:nvSpPr>
        <p:spPr>
          <a:xfrm>
            <a:off x="2598933" y="596328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C68F14DD-D2D7-8960-0B26-D611D05BB234}"/>
              </a:ext>
            </a:extLst>
          </p:cNvPr>
          <p:cNvSpPr/>
          <p:nvPr/>
        </p:nvSpPr>
        <p:spPr>
          <a:xfrm>
            <a:off x="2598933" y="654146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782BAB9A-2EB9-9E2F-4EA2-6E2E3DB9EA70}"/>
              </a:ext>
            </a:extLst>
          </p:cNvPr>
          <p:cNvSpPr/>
          <p:nvPr/>
        </p:nvSpPr>
        <p:spPr>
          <a:xfrm>
            <a:off x="2626987" y="722669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2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9F5812F-1C6A-0188-E55E-3BCA417B7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2674" y="237669"/>
            <a:ext cx="12382500" cy="90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0BF3688-9E9C-A972-41AC-681EA931D34D}"/>
              </a:ext>
            </a:extLst>
          </p:cNvPr>
          <p:cNvCxnSpPr/>
          <p:nvPr/>
        </p:nvCxnSpPr>
        <p:spPr>
          <a:xfrm>
            <a:off x="6237514" y="1404257"/>
            <a:ext cx="0" cy="19790229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65A2D1-38F6-12DB-A71E-17A6F0297CBF}"/>
              </a:ext>
            </a:extLst>
          </p:cNvPr>
          <p:cNvCxnSpPr>
            <a:cxnSpLocks/>
          </p:cNvCxnSpPr>
          <p:nvPr/>
        </p:nvCxnSpPr>
        <p:spPr>
          <a:xfrm>
            <a:off x="6148614" y="21109215"/>
            <a:ext cx="31318204" cy="32657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234C298-E8E0-4AD2-FDDF-22AF628F9893}"/>
              </a:ext>
            </a:extLst>
          </p:cNvPr>
          <p:cNvSpPr/>
          <p:nvPr/>
        </p:nvSpPr>
        <p:spPr>
          <a:xfrm>
            <a:off x="10606316" y="4969327"/>
            <a:ext cx="11201400" cy="11342916"/>
          </a:xfrm>
          <a:prstGeom prst="roundRect">
            <a:avLst>
              <a:gd name="adj" fmla="val 5783"/>
            </a:avLst>
          </a:prstGeom>
          <a:solidFill>
            <a:srgbClr val="70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2962A1D-25BD-8F94-4EE1-71F059A2B0A8}"/>
              </a:ext>
            </a:extLst>
          </p:cNvPr>
          <p:cNvSpPr/>
          <p:nvPr/>
        </p:nvSpPr>
        <p:spPr>
          <a:xfrm>
            <a:off x="24017516" y="4969327"/>
            <a:ext cx="11201400" cy="11342916"/>
          </a:xfrm>
          <a:prstGeom prst="roundRect">
            <a:avLst>
              <a:gd name="adj" fmla="val 5783"/>
            </a:avLst>
          </a:prstGeom>
          <a:solidFill>
            <a:srgbClr val="95B8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errar llave 9">
            <a:extLst>
              <a:ext uri="{FF2B5EF4-FFF2-40B4-BE49-F238E27FC236}">
                <a16:creationId xmlns:a16="http://schemas.microsoft.com/office/drawing/2014/main" id="{0109A251-36F3-B4F4-EBF1-1064BFB4AD5D}"/>
              </a:ext>
            </a:extLst>
          </p:cNvPr>
          <p:cNvSpPr/>
          <p:nvPr/>
        </p:nvSpPr>
        <p:spPr>
          <a:xfrm rot="16200000">
            <a:off x="22296589" y="-3794680"/>
            <a:ext cx="1382636" cy="13561783"/>
          </a:xfrm>
          <a:prstGeom prst="rightBrace">
            <a:avLst/>
          </a:prstGeom>
          <a:ln w="1143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5388C9-069C-310C-BFD3-43606A811AF2}"/>
              </a:ext>
            </a:extLst>
          </p:cNvPr>
          <p:cNvSpPr txBox="1"/>
          <p:nvPr/>
        </p:nvSpPr>
        <p:spPr>
          <a:xfrm>
            <a:off x="13382476" y="4003860"/>
            <a:ext cx="5915782" cy="2123658"/>
          </a:xfrm>
          <a:prstGeom prst="rect">
            <a:avLst/>
          </a:prstGeom>
          <a:solidFill>
            <a:srgbClr val="4646D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real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6C15A5-A9E0-3274-6D43-B027E8BFA080}"/>
              </a:ext>
            </a:extLst>
          </p:cNvPr>
          <p:cNvSpPr txBox="1"/>
          <p:nvPr/>
        </p:nvSpPr>
        <p:spPr>
          <a:xfrm>
            <a:off x="26176517" y="4003860"/>
            <a:ext cx="7150100" cy="2123658"/>
          </a:xfrm>
          <a:prstGeom prst="rect">
            <a:avLst/>
          </a:prstGeom>
          <a:solidFill>
            <a:srgbClr val="4646D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semisintético</a:t>
            </a:r>
          </a:p>
        </p:txBody>
      </p:sp>
      <p:sp>
        <p:nvSpPr>
          <p:cNvPr id="14" name="Triángulo isósceles 13">
            <a:extLst>
              <a:ext uri="{FF2B5EF4-FFF2-40B4-BE49-F238E27FC236}">
                <a16:creationId xmlns:a16="http://schemas.microsoft.com/office/drawing/2014/main" id="{F004EEFA-536D-C5C4-D3A4-44AE64666BA6}"/>
              </a:ext>
            </a:extLst>
          </p:cNvPr>
          <p:cNvSpPr/>
          <p:nvPr/>
        </p:nvSpPr>
        <p:spPr>
          <a:xfrm>
            <a:off x="13877104" y="12179923"/>
            <a:ext cx="1021418" cy="880533"/>
          </a:xfrm>
          <a:prstGeom prst="triangle">
            <a:avLst/>
          </a:prstGeom>
          <a:solidFill>
            <a:srgbClr val="66B8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7D65C48A-2FCF-08EB-0EEE-8245BC4B6A8D}"/>
              </a:ext>
            </a:extLst>
          </p:cNvPr>
          <p:cNvSpPr/>
          <p:nvPr/>
        </p:nvSpPr>
        <p:spPr>
          <a:xfrm>
            <a:off x="15499466" y="9984949"/>
            <a:ext cx="1021418" cy="880533"/>
          </a:xfrm>
          <a:prstGeom prst="triangle">
            <a:avLst/>
          </a:prstGeom>
          <a:solidFill>
            <a:srgbClr val="66B8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E60578C5-FD4B-77C6-C531-211F03084D1C}"/>
              </a:ext>
            </a:extLst>
          </p:cNvPr>
          <p:cNvSpPr/>
          <p:nvPr/>
        </p:nvSpPr>
        <p:spPr>
          <a:xfrm>
            <a:off x="16572213" y="11789512"/>
            <a:ext cx="1021418" cy="880533"/>
          </a:xfrm>
          <a:prstGeom prst="triangle">
            <a:avLst/>
          </a:prstGeom>
          <a:solidFill>
            <a:srgbClr val="66B8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iángulo isósceles 16">
            <a:extLst>
              <a:ext uri="{FF2B5EF4-FFF2-40B4-BE49-F238E27FC236}">
                <a16:creationId xmlns:a16="http://schemas.microsoft.com/office/drawing/2014/main" id="{0B769FFB-52A7-838A-AF3E-05EB73782075}"/>
              </a:ext>
            </a:extLst>
          </p:cNvPr>
          <p:cNvSpPr/>
          <p:nvPr/>
        </p:nvSpPr>
        <p:spPr>
          <a:xfrm>
            <a:off x="17211208" y="10220967"/>
            <a:ext cx="1021418" cy="880533"/>
          </a:xfrm>
          <a:prstGeom prst="triangle">
            <a:avLst/>
          </a:prstGeom>
          <a:solidFill>
            <a:srgbClr val="66B8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F98B3EFB-1A2F-6A10-4123-49C5C7ED038A}"/>
              </a:ext>
            </a:extLst>
          </p:cNvPr>
          <p:cNvSpPr/>
          <p:nvPr/>
        </p:nvSpPr>
        <p:spPr>
          <a:xfrm>
            <a:off x="14988757" y="11425558"/>
            <a:ext cx="1021418" cy="880533"/>
          </a:xfrm>
          <a:prstGeom prst="triangle">
            <a:avLst/>
          </a:prstGeom>
          <a:solidFill>
            <a:srgbClr val="66B8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grama de flujo: decisión 18">
            <a:extLst>
              <a:ext uri="{FF2B5EF4-FFF2-40B4-BE49-F238E27FC236}">
                <a16:creationId xmlns:a16="http://schemas.microsoft.com/office/drawing/2014/main" id="{EAE1D5FC-796A-99F6-0C18-9FB674F9E769}"/>
              </a:ext>
            </a:extLst>
          </p:cNvPr>
          <p:cNvSpPr/>
          <p:nvPr/>
        </p:nvSpPr>
        <p:spPr>
          <a:xfrm>
            <a:off x="16829393" y="13155617"/>
            <a:ext cx="1018894" cy="1268752"/>
          </a:xfrm>
          <a:prstGeom prst="flowChartDecision">
            <a:avLst/>
          </a:prstGeom>
          <a:solidFill>
            <a:srgbClr val="6E8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grama de flujo: decisión 19">
            <a:extLst>
              <a:ext uri="{FF2B5EF4-FFF2-40B4-BE49-F238E27FC236}">
                <a16:creationId xmlns:a16="http://schemas.microsoft.com/office/drawing/2014/main" id="{0E552EED-3230-AB25-8BD5-A2E07E2ED714}"/>
              </a:ext>
            </a:extLst>
          </p:cNvPr>
          <p:cNvSpPr/>
          <p:nvPr/>
        </p:nvSpPr>
        <p:spPr>
          <a:xfrm>
            <a:off x="18655460" y="13247538"/>
            <a:ext cx="1018894" cy="1268752"/>
          </a:xfrm>
          <a:prstGeom prst="flowChartDecision">
            <a:avLst/>
          </a:prstGeom>
          <a:solidFill>
            <a:srgbClr val="6E8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iagrama de flujo: decisión 20">
            <a:extLst>
              <a:ext uri="{FF2B5EF4-FFF2-40B4-BE49-F238E27FC236}">
                <a16:creationId xmlns:a16="http://schemas.microsoft.com/office/drawing/2014/main" id="{787D88ED-8A6C-EBEF-08D2-68BB2B0B6DD5}"/>
              </a:ext>
            </a:extLst>
          </p:cNvPr>
          <p:cNvSpPr/>
          <p:nvPr/>
        </p:nvSpPr>
        <p:spPr>
          <a:xfrm>
            <a:off x="15697569" y="14150653"/>
            <a:ext cx="1018894" cy="1268752"/>
          </a:xfrm>
          <a:prstGeom prst="flowChartDecision">
            <a:avLst/>
          </a:prstGeom>
          <a:solidFill>
            <a:srgbClr val="6E8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iagrama de flujo: decisión 21">
            <a:extLst>
              <a:ext uri="{FF2B5EF4-FFF2-40B4-BE49-F238E27FC236}">
                <a16:creationId xmlns:a16="http://schemas.microsoft.com/office/drawing/2014/main" id="{6C138D6B-A6A7-4E07-D2BB-37C7D3E96D5D}"/>
              </a:ext>
            </a:extLst>
          </p:cNvPr>
          <p:cNvSpPr/>
          <p:nvPr/>
        </p:nvSpPr>
        <p:spPr>
          <a:xfrm>
            <a:off x="14250055" y="13872823"/>
            <a:ext cx="1018894" cy="1268752"/>
          </a:xfrm>
          <a:prstGeom prst="flowChartDecision">
            <a:avLst/>
          </a:prstGeom>
          <a:solidFill>
            <a:srgbClr val="6E8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grama de flujo: decisión 22">
            <a:extLst>
              <a:ext uri="{FF2B5EF4-FFF2-40B4-BE49-F238E27FC236}">
                <a16:creationId xmlns:a16="http://schemas.microsoft.com/office/drawing/2014/main" id="{7B827BE6-014B-0A75-BA77-7DD9C8E65B48}"/>
              </a:ext>
            </a:extLst>
          </p:cNvPr>
          <p:cNvSpPr/>
          <p:nvPr/>
        </p:nvSpPr>
        <p:spPr>
          <a:xfrm>
            <a:off x="17636566" y="14476983"/>
            <a:ext cx="1018894" cy="1268752"/>
          </a:xfrm>
          <a:prstGeom prst="flowChartDecision">
            <a:avLst/>
          </a:prstGeom>
          <a:solidFill>
            <a:srgbClr val="6E8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0AA6C4A-F42F-1528-249C-551EE56B9074}"/>
              </a:ext>
            </a:extLst>
          </p:cNvPr>
          <p:cNvCxnSpPr/>
          <p:nvPr/>
        </p:nvCxnSpPr>
        <p:spPr>
          <a:xfrm flipV="1">
            <a:off x="8991969" y="7379343"/>
            <a:ext cx="26226947" cy="8040062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30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6FF84FE-10E7-E865-799E-0FD6539B1DA0}"/>
              </a:ext>
            </a:extLst>
          </p:cNvPr>
          <p:cNvSpPr/>
          <p:nvPr/>
        </p:nvSpPr>
        <p:spPr>
          <a:xfrm>
            <a:off x="23984180" y="1362341"/>
            <a:ext cx="13795887" cy="2323403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3276E7EE-5334-0108-E1F8-8F71CC3A47F8}"/>
              </a:ext>
            </a:extLst>
          </p:cNvPr>
          <p:cNvSpPr/>
          <p:nvPr/>
        </p:nvSpPr>
        <p:spPr>
          <a:xfrm>
            <a:off x="7982451" y="5295900"/>
            <a:ext cx="2771274" cy="8839200"/>
          </a:xfrm>
          <a:prstGeom prst="cube">
            <a:avLst>
              <a:gd name="adj" fmla="val 875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46237F7E-4141-50C8-1667-C44014575E72}"/>
              </a:ext>
            </a:extLst>
          </p:cNvPr>
          <p:cNvSpPr/>
          <p:nvPr/>
        </p:nvSpPr>
        <p:spPr>
          <a:xfrm>
            <a:off x="10033451" y="6056506"/>
            <a:ext cx="2293905" cy="7316594"/>
          </a:xfrm>
          <a:prstGeom prst="cube">
            <a:avLst>
              <a:gd name="adj" fmla="val 875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276C8C52-6AB5-FEA7-CB1F-E3B674FE692A}"/>
              </a:ext>
            </a:extLst>
          </p:cNvPr>
          <p:cNvSpPr/>
          <p:nvPr/>
        </p:nvSpPr>
        <p:spPr>
          <a:xfrm>
            <a:off x="11607080" y="7255745"/>
            <a:ext cx="1541932" cy="4918116"/>
          </a:xfrm>
          <a:prstGeom prst="cube">
            <a:avLst>
              <a:gd name="adj" fmla="val 875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583A916-DD17-65DB-14F8-426BC1E2E477}"/>
              </a:ext>
            </a:extLst>
          </p:cNvPr>
          <p:cNvSpPr/>
          <p:nvPr/>
        </p:nvSpPr>
        <p:spPr>
          <a:xfrm>
            <a:off x="24553926" y="4190284"/>
            <a:ext cx="6400798" cy="7322984"/>
          </a:xfrm>
          <a:prstGeom prst="roundRect">
            <a:avLst>
              <a:gd name="adj" fmla="val 5953"/>
            </a:avLst>
          </a:prstGeom>
          <a:solidFill>
            <a:srgbClr val="CF7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97DFB8C-F9CD-E2A5-F681-EE2B9D50343B}"/>
              </a:ext>
            </a:extLst>
          </p:cNvPr>
          <p:cNvSpPr/>
          <p:nvPr/>
        </p:nvSpPr>
        <p:spPr>
          <a:xfrm>
            <a:off x="31267354" y="4201345"/>
            <a:ext cx="6400800" cy="7316594"/>
          </a:xfrm>
          <a:prstGeom prst="roundRect">
            <a:avLst>
              <a:gd name="adj" fmla="val 5953"/>
            </a:avLst>
          </a:prstGeom>
          <a:solidFill>
            <a:srgbClr val="98B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CFF5278-ABC6-1F5D-9D99-C5F13974897E}"/>
              </a:ext>
            </a:extLst>
          </p:cNvPr>
          <p:cNvSpPr/>
          <p:nvPr/>
        </p:nvSpPr>
        <p:spPr>
          <a:xfrm>
            <a:off x="13182061" y="1362341"/>
            <a:ext cx="6858521" cy="2323403"/>
          </a:xfrm>
          <a:prstGeom prst="roundRect">
            <a:avLst>
              <a:gd name="adj" fmla="val 5953"/>
            </a:avLst>
          </a:prstGeom>
          <a:solidFill>
            <a:srgbClr val="F7E68D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6E96E3-43D5-E51F-23C5-56293CCE4778}"/>
              </a:ext>
            </a:extLst>
          </p:cNvPr>
          <p:cNvSpPr/>
          <p:nvPr/>
        </p:nvSpPr>
        <p:spPr>
          <a:xfrm>
            <a:off x="2587040" y="470807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434007C-A91E-6021-9689-511ABE9022B0}"/>
              </a:ext>
            </a:extLst>
          </p:cNvPr>
          <p:cNvSpPr/>
          <p:nvPr/>
        </p:nvSpPr>
        <p:spPr>
          <a:xfrm>
            <a:off x="2587040" y="1211524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7B3F842D-4099-3485-5E9C-1F1B3181A01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648321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01DF33C-4936-A748-BB5D-61A5BFBF4619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034010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575C35D-ED02-C92A-C8A1-46DA3E1DD065}"/>
                  </a:ext>
                </a:extLst>
              </p:cNvPr>
              <p:cNvSpPr txBox="1"/>
              <p:nvPr/>
            </p:nvSpPr>
            <p:spPr>
              <a:xfrm>
                <a:off x="1903296" y="404632"/>
                <a:ext cx="524834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de origen (señales EEG reales)</a:t>
                </a:r>
              </a:p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s-MX" sz="6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575C35D-ED02-C92A-C8A1-46DA3E1DD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296" y="404632"/>
                <a:ext cx="5248349" cy="3785652"/>
              </a:xfrm>
              <a:prstGeom prst="rect">
                <a:avLst/>
              </a:prstGeom>
              <a:blipFill>
                <a:blip r:embed="rId2"/>
                <a:stretch>
                  <a:fillRect l="-5691" t="-4831" r="-6039" b="-9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AA78BCD-F5F2-6D8A-29B4-995668C80AD9}"/>
                  </a:ext>
                </a:extLst>
              </p:cNvPr>
              <p:cNvSpPr txBox="1"/>
              <p:nvPr/>
            </p:nvSpPr>
            <p:spPr>
              <a:xfrm>
                <a:off x="1484060" y="8257996"/>
                <a:ext cx="565605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objetivo (señales EEG </a:t>
                </a:r>
                <a:r>
                  <a:rPr lang="es-MX" sz="6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semisimuladas</a:t>
                </a:r>
                <a:r>
                  <a:rPr lang="es-MX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6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6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6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8AA78BCD-F5F2-6D8A-29B4-995668C80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60" y="8257996"/>
                <a:ext cx="5656054" cy="3785652"/>
              </a:xfrm>
              <a:prstGeom prst="rect">
                <a:avLst/>
              </a:prstGeom>
              <a:blipFill>
                <a:blip r:embed="rId3"/>
                <a:stretch>
                  <a:fillRect l="-5927" t="-4992" r="-9052" b="-9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049EE6E-5AB1-CBE9-1A3F-45F968FEAB31}"/>
                  </a:ext>
                </a:extLst>
              </p:cNvPr>
              <p:cNvSpPr txBox="1"/>
              <p:nvPr/>
            </p:nvSpPr>
            <p:spPr>
              <a:xfrm>
                <a:off x="24489340" y="1741520"/>
                <a:ext cx="12817163" cy="1565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48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48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48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48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48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4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4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049EE6E-5AB1-CBE9-1A3F-45F968FEA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9340" y="1741520"/>
                <a:ext cx="12817163" cy="1565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uadroTexto 29">
            <a:extLst>
              <a:ext uri="{FF2B5EF4-FFF2-40B4-BE49-F238E27FC236}">
                <a16:creationId xmlns:a16="http://schemas.microsoft.com/office/drawing/2014/main" id="{00353DAB-E3CA-25A4-43FF-7136E575AB67}"/>
              </a:ext>
            </a:extLst>
          </p:cNvPr>
          <p:cNvSpPr txBox="1"/>
          <p:nvPr/>
        </p:nvSpPr>
        <p:spPr>
          <a:xfrm>
            <a:off x="23984179" y="148811"/>
            <a:ext cx="116488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Pérdida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ponderada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dinámicamente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3BDA5BA-3E7E-DB71-F8B8-AD3E196A6653}"/>
              </a:ext>
            </a:extLst>
          </p:cNvPr>
          <p:cNvSpPr txBox="1"/>
          <p:nvPr/>
        </p:nvSpPr>
        <p:spPr>
          <a:xfrm>
            <a:off x="6993457" y="9310624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0602298-85E0-3695-4884-BEFDF26327B0}"/>
              </a:ext>
            </a:extLst>
          </p:cNvPr>
          <p:cNvSpPr txBox="1"/>
          <p:nvPr/>
        </p:nvSpPr>
        <p:spPr>
          <a:xfrm>
            <a:off x="13149013" y="190921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Sinkhorn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dinámico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E31CB9F-D54B-624E-BC16-6133B217EF91}"/>
                  </a:ext>
                </a:extLst>
              </p:cNvPr>
              <p:cNvSpPr txBox="1"/>
              <p:nvPr/>
            </p:nvSpPr>
            <p:spPr>
              <a:xfrm>
                <a:off x="13902886" y="2012471"/>
                <a:ext cx="5416868" cy="9717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s-MX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  <m:sSub>
                        <m:sSub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s-MX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E31CB9F-D54B-624E-BC16-6133B217E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2886" y="2012471"/>
                <a:ext cx="5416868" cy="9717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A011DAF-F26F-BDAE-1D11-DFC4E8D3767B}"/>
              </a:ext>
            </a:extLst>
          </p:cNvPr>
          <p:cNvCxnSpPr/>
          <p:nvPr/>
        </p:nvCxnSpPr>
        <p:spPr>
          <a:xfrm>
            <a:off x="13149012" y="1014162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E083F3D8-85C6-2837-5BA5-98D5425439D5}"/>
              </a:ext>
            </a:extLst>
          </p:cNvPr>
          <p:cNvSpPr/>
          <p:nvPr/>
        </p:nvSpPr>
        <p:spPr>
          <a:xfrm>
            <a:off x="16586961" y="879382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EECAD349-29D6-DEE3-E532-19DC9483651A}"/>
              </a:ext>
            </a:extLst>
          </p:cNvPr>
          <p:cNvSpPr/>
          <p:nvPr/>
        </p:nvSpPr>
        <p:spPr>
          <a:xfrm>
            <a:off x="16586961" y="645639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07F7E08-76CD-40D0-8C02-641DCAA149F9}"/>
              </a:ext>
            </a:extLst>
          </p:cNvPr>
          <p:cNvSpPr/>
          <p:nvPr/>
        </p:nvSpPr>
        <p:spPr>
          <a:xfrm>
            <a:off x="16586961" y="723553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B1A3AB0-7D6F-9D1B-AB73-0A8D001D4689}"/>
              </a:ext>
            </a:extLst>
          </p:cNvPr>
          <p:cNvSpPr/>
          <p:nvPr/>
        </p:nvSpPr>
        <p:spPr>
          <a:xfrm>
            <a:off x="16586961" y="567725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5B0EF15-C2B3-1B28-E47E-931B37595C4D}"/>
              </a:ext>
            </a:extLst>
          </p:cNvPr>
          <p:cNvSpPr/>
          <p:nvPr/>
        </p:nvSpPr>
        <p:spPr>
          <a:xfrm>
            <a:off x="16586961" y="957296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BE3186-DB2B-AC2E-3685-DEC9582EDB06}"/>
              </a:ext>
            </a:extLst>
          </p:cNvPr>
          <p:cNvSpPr/>
          <p:nvPr/>
        </p:nvSpPr>
        <p:spPr>
          <a:xfrm>
            <a:off x="16586961" y="1113124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3CDA443-CBAF-3BF3-C46F-847E19C3974C}"/>
              </a:ext>
            </a:extLst>
          </p:cNvPr>
          <p:cNvSpPr/>
          <p:nvPr/>
        </p:nvSpPr>
        <p:spPr>
          <a:xfrm>
            <a:off x="16586961" y="1035210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936B228-F916-BF10-6E44-9DEBD64C293F}"/>
              </a:ext>
            </a:extLst>
          </p:cNvPr>
          <p:cNvSpPr/>
          <p:nvPr/>
        </p:nvSpPr>
        <p:spPr>
          <a:xfrm>
            <a:off x="16586961" y="80146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354670BD-C245-6438-D5C7-6F0C5F5C5D15}"/>
              </a:ext>
            </a:extLst>
          </p:cNvPr>
          <p:cNvSpPr/>
          <p:nvPr/>
        </p:nvSpPr>
        <p:spPr>
          <a:xfrm>
            <a:off x="16586961" y="1268953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7088C8F-A86C-24B4-F0B6-C5ACC2A64F0F}"/>
              </a:ext>
            </a:extLst>
          </p:cNvPr>
          <p:cNvSpPr/>
          <p:nvPr/>
        </p:nvSpPr>
        <p:spPr>
          <a:xfrm>
            <a:off x="16586961" y="1346867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4059D5C-EC9E-E83C-F9E6-A52C584744E3}"/>
              </a:ext>
            </a:extLst>
          </p:cNvPr>
          <p:cNvSpPr/>
          <p:nvPr/>
        </p:nvSpPr>
        <p:spPr>
          <a:xfrm>
            <a:off x="16586961" y="119103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61A6070-DDB2-DD12-87A2-27E3CD067987}"/>
              </a:ext>
            </a:extLst>
          </p:cNvPr>
          <p:cNvSpPr/>
          <p:nvPr/>
        </p:nvSpPr>
        <p:spPr>
          <a:xfrm>
            <a:off x="16586961" y="1424781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05BED4F-D49E-8188-FBB8-11D9FDDE0BFF}"/>
              </a:ext>
            </a:extLst>
          </p:cNvPr>
          <p:cNvSpPr/>
          <p:nvPr/>
        </p:nvSpPr>
        <p:spPr>
          <a:xfrm>
            <a:off x="17843279" y="1144357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9858CEF-1D25-E697-3E8A-9F851EE31355}"/>
              </a:ext>
            </a:extLst>
          </p:cNvPr>
          <p:cNvSpPr/>
          <p:nvPr/>
        </p:nvSpPr>
        <p:spPr>
          <a:xfrm>
            <a:off x="17843279" y="910615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AED93B8-64B6-AA1E-7274-57FF7130C662}"/>
              </a:ext>
            </a:extLst>
          </p:cNvPr>
          <p:cNvSpPr/>
          <p:nvPr/>
        </p:nvSpPr>
        <p:spPr>
          <a:xfrm>
            <a:off x="17843279" y="988529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EFE8691E-EE0F-0004-7353-2D5202E67521}"/>
              </a:ext>
            </a:extLst>
          </p:cNvPr>
          <p:cNvSpPr/>
          <p:nvPr/>
        </p:nvSpPr>
        <p:spPr>
          <a:xfrm>
            <a:off x="17843279" y="832700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1701E2B4-9669-35A0-CC85-FDAC0B0CE190}"/>
              </a:ext>
            </a:extLst>
          </p:cNvPr>
          <p:cNvSpPr/>
          <p:nvPr/>
        </p:nvSpPr>
        <p:spPr>
          <a:xfrm>
            <a:off x="17843279" y="1066443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121050E7-8217-AE49-BAB5-2C4BB2872978}"/>
              </a:ext>
            </a:extLst>
          </p:cNvPr>
          <p:cNvSpPr/>
          <p:nvPr/>
        </p:nvSpPr>
        <p:spPr>
          <a:xfrm>
            <a:off x="15330643" y="830117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E8DF6D6-1EBD-F71F-A6B1-76E77B9CEBAA}"/>
              </a:ext>
            </a:extLst>
          </p:cNvPr>
          <p:cNvSpPr/>
          <p:nvPr/>
        </p:nvSpPr>
        <p:spPr>
          <a:xfrm>
            <a:off x="15330643" y="674288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E78400D9-13E3-961B-2FEC-1185F773E1FB}"/>
              </a:ext>
            </a:extLst>
          </p:cNvPr>
          <p:cNvSpPr/>
          <p:nvPr/>
        </p:nvSpPr>
        <p:spPr>
          <a:xfrm>
            <a:off x="15330643" y="908031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BBB11206-EC69-DE9B-74B2-2DE6EC0D72A9}"/>
              </a:ext>
            </a:extLst>
          </p:cNvPr>
          <p:cNvSpPr/>
          <p:nvPr/>
        </p:nvSpPr>
        <p:spPr>
          <a:xfrm>
            <a:off x="15330643" y="1063859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F9C1D8C5-CB68-2BE2-41F3-02175EEB733D}"/>
              </a:ext>
            </a:extLst>
          </p:cNvPr>
          <p:cNvSpPr/>
          <p:nvPr/>
        </p:nvSpPr>
        <p:spPr>
          <a:xfrm>
            <a:off x="15330643" y="985945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591EEF0-B3A5-17D9-1055-9BCF006E2C5D}"/>
              </a:ext>
            </a:extLst>
          </p:cNvPr>
          <p:cNvSpPr/>
          <p:nvPr/>
        </p:nvSpPr>
        <p:spPr>
          <a:xfrm>
            <a:off x="15330643" y="75220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79978985-C7A1-7D29-2609-C01D7A86DEBE}"/>
              </a:ext>
            </a:extLst>
          </p:cNvPr>
          <p:cNvSpPr/>
          <p:nvPr/>
        </p:nvSpPr>
        <p:spPr>
          <a:xfrm>
            <a:off x="15330643" y="1219688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1803DD0A-C147-F5BA-AD99-01D0170F6D4C}"/>
              </a:ext>
            </a:extLst>
          </p:cNvPr>
          <p:cNvSpPr/>
          <p:nvPr/>
        </p:nvSpPr>
        <p:spPr>
          <a:xfrm>
            <a:off x="15330643" y="1297602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1019FB76-9816-BE33-9E38-7F778CEF0A32}"/>
              </a:ext>
            </a:extLst>
          </p:cNvPr>
          <p:cNvSpPr/>
          <p:nvPr/>
        </p:nvSpPr>
        <p:spPr>
          <a:xfrm>
            <a:off x="15330643" y="1141773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958660B-A329-C254-7B1D-B1B4B0A1E211}"/>
              </a:ext>
            </a:extLst>
          </p:cNvPr>
          <p:cNvCxnSpPr>
            <a:cxnSpLocks/>
          </p:cNvCxnSpPr>
          <p:nvPr/>
        </p:nvCxnSpPr>
        <p:spPr>
          <a:xfrm>
            <a:off x="18665037" y="1014162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1F9C9D8-1E11-8DE2-4CA0-9338451AB58F}"/>
              </a:ext>
            </a:extLst>
          </p:cNvPr>
          <p:cNvSpPr txBox="1"/>
          <p:nvPr/>
        </p:nvSpPr>
        <p:spPr>
          <a:xfrm>
            <a:off x="18724133" y="922409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8343A84D-624D-CC91-BBB7-0D18E8FE6E4D}"/>
              </a:ext>
            </a:extLst>
          </p:cNvPr>
          <p:cNvCxnSpPr>
            <a:cxnSpLocks/>
          </p:cNvCxnSpPr>
          <p:nvPr/>
        </p:nvCxnSpPr>
        <p:spPr>
          <a:xfrm flipV="1">
            <a:off x="16879402" y="3864813"/>
            <a:ext cx="2" cy="16285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D962863F-CA0B-4F91-A460-060913854CE1}"/>
              </a:ext>
            </a:extLst>
          </p:cNvPr>
          <p:cNvSpPr txBox="1"/>
          <p:nvPr/>
        </p:nvSpPr>
        <p:spPr>
          <a:xfrm>
            <a:off x="17018681" y="4320012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EB9D51F2-FF05-854D-1052-F067CD9EF28F}"/>
              </a:ext>
            </a:extLst>
          </p:cNvPr>
          <p:cNvCxnSpPr>
            <a:cxnSpLocks/>
          </p:cNvCxnSpPr>
          <p:nvPr/>
        </p:nvCxnSpPr>
        <p:spPr>
          <a:xfrm>
            <a:off x="20040581" y="2468489"/>
            <a:ext cx="39435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81F015A-D313-90AD-F4E5-8E6441BE1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842733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AF6D7332-921B-2C5C-8D20-9234D216DB41}"/>
              </a:ext>
            </a:extLst>
          </p:cNvPr>
          <p:cNvSpPr txBox="1"/>
          <p:nvPr/>
        </p:nvSpPr>
        <p:spPr>
          <a:xfrm>
            <a:off x="18724133" y="16100462"/>
            <a:ext cx="57652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51A62BC-3323-7B4F-C3A1-52FC430D8C96}"/>
              </a:ext>
            </a:extLst>
          </p:cNvPr>
          <p:cNvSpPr txBox="1"/>
          <p:nvPr/>
        </p:nvSpPr>
        <p:spPr>
          <a:xfrm>
            <a:off x="2061482" y="16084684"/>
            <a:ext cx="4931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34174B5-95FE-E11F-1147-34E55DD42468}"/>
              </a:ext>
            </a:extLst>
          </p:cNvPr>
          <p:cNvSpPr txBox="1"/>
          <p:nvPr/>
        </p:nvSpPr>
        <p:spPr>
          <a:xfrm>
            <a:off x="7151645" y="16084683"/>
            <a:ext cx="76331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Estimador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770028D-1D8A-B266-9412-235D297B02D0}"/>
              </a:ext>
            </a:extLst>
          </p:cNvPr>
          <p:cNvSpPr txBox="1"/>
          <p:nvPr/>
        </p:nvSpPr>
        <p:spPr>
          <a:xfrm>
            <a:off x="13835647" y="16089440"/>
            <a:ext cx="66667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13A61A60-451C-061D-2B69-0021D9F33678}"/>
              </a:ext>
            </a:extLst>
          </p:cNvPr>
          <p:cNvCxnSpPr>
            <a:stCxn id="1026" idx="0"/>
          </p:cNvCxnSpPr>
          <p:nvPr/>
        </p:nvCxnSpPr>
        <p:spPr>
          <a:xfrm flipH="1" flipV="1">
            <a:off x="21983346" y="2468490"/>
            <a:ext cx="1" cy="595884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6F7126AC-D2E3-B0B8-79B6-CAB608D59B8E}"/>
              </a:ext>
            </a:extLst>
          </p:cNvPr>
          <p:cNvSpPr/>
          <p:nvPr/>
        </p:nvSpPr>
        <p:spPr>
          <a:xfrm>
            <a:off x="24736980" y="4650725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85E8B041-8CE5-DBC7-9B4D-72C04174D37C}"/>
              </a:ext>
            </a:extLst>
          </p:cNvPr>
          <p:cNvSpPr/>
          <p:nvPr/>
        </p:nvSpPr>
        <p:spPr>
          <a:xfrm>
            <a:off x="27835203" y="4650725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7AC46D8E-D40E-489E-B078-FAFD460E9036}"/>
              </a:ext>
            </a:extLst>
          </p:cNvPr>
          <p:cNvSpPr/>
          <p:nvPr/>
        </p:nvSpPr>
        <p:spPr>
          <a:xfrm>
            <a:off x="31468548" y="4685298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3EF75306-AFD9-6FB1-31BC-C44C1F132B21}"/>
              </a:ext>
            </a:extLst>
          </p:cNvPr>
          <p:cNvSpPr/>
          <p:nvPr/>
        </p:nvSpPr>
        <p:spPr>
          <a:xfrm>
            <a:off x="34566771" y="4685298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3" name="Picture 2" descr="Output image">
            <a:extLst>
              <a:ext uri="{FF2B5EF4-FFF2-40B4-BE49-F238E27FC236}">
                <a16:creationId xmlns:a16="http://schemas.microsoft.com/office/drawing/2014/main" id="{2407925C-16E4-B188-6FB1-C5108874A1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5227028" y="527536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tput image">
            <a:extLst>
              <a:ext uri="{FF2B5EF4-FFF2-40B4-BE49-F238E27FC236}">
                <a16:creationId xmlns:a16="http://schemas.microsoft.com/office/drawing/2014/main" id="{9B74A854-E25F-82B8-25D4-2CE81FD0B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7028" y="841165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Output image">
            <a:extLst>
              <a:ext uri="{FF2B5EF4-FFF2-40B4-BE49-F238E27FC236}">
                <a16:creationId xmlns:a16="http://schemas.microsoft.com/office/drawing/2014/main" id="{E654A2CC-3110-63FD-F799-89E832E9B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8325251" y="8321378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4" descr="Output image">
            <a:extLst>
              <a:ext uri="{FF2B5EF4-FFF2-40B4-BE49-F238E27FC236}">
                <a16:creationId xmlns:a16="http://schemas.microsoft.com/office/drawing/2014/main" id="{6A5EC341-1F90-D4B1-18F5-7748E1E8C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0881" y="5275367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CuadroTexto 85">
            <a:extLst>
              <a:ext uri="{FF2B5EF4-FFF2-40B4-BE49-F238E27FC236}">
                <a16:creationId xmlns:a16="http://schemas.microsoft.com/office/drawing/2014/main" id="{94754C1F-6401-A696-21C4-47D1763179B0}"/>
              </a:ext>
            </a:extLst>
          </p:cNvPr>
          <p:cNvSpPr txBox="1"/>
          <p:nvPr/>
        </p:nvSpPr>
        <p:spPr>
          <a:xfrm>
            <a:off x="26143695" y="5158475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FB752442-5209-A01D-6DAE-ADEAF2EC4561}"/>
                  </a:ext>
                </a:extLst>
              </p:cNvPr>
              <p:cNvSpPr txBox="1"/>
              <p:nvPr/>
            </p:nvSpPr>
            <p:spPr>
              <a:xfrm>
                <a:off x="26052474" y="8317700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FB752442-5209-A01D-6DAE-ADEAF2EC4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2474" y="8317700"/>
                <a:ext cx="164559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CuadroTexto 87">
            <a:extLst>
              <a:ext uri="{FF2B5EF4-FFF2-40B4-BE49-F238E27FC236}">
                <a16:creationId xmlns:a16="http://schemas.microsoft.com/office/drawing/2014/main" id="{8B88F847-8C16-5CE6-5ED6-6C1646FE8899}"/>
              </a:ext>
            </a:extLst>
          </p:cNvPr>
          <p:cNvSpPr txBox="1"/>
          <p:nvPr/>
        </p:nvSpPr>
        <p:spPr>
          <a:xfrm>
            <a:off x="29241918" y="5026341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249CE73-CEB6-9023-931B-EE0FFC241AC6}"/>
                  </a:ext>
                </a:extLst>
              </p:cNvPr>
              <p:cNvSpPr txBox="1"/>
              <p:nvPr/>
            </p:nvSpPr>
            <p:spPr>
              <a:xfrm>
                <a:off x="29263186" y="8211546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249CE73-CEB6-9023-931B-EE0FFC241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3186" y="8211546"/>
                <a:ext cx="1645593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Flecha: a la derecha 89">
            <a:extLst>
              <a:ext uri="{FF2B5EF4-FFF2-40B4-BE49-F238E27FC236}">
                <a16:creationId xmlns:a16="http://schemas.microsoft.com/office/drawing/2014/main" id="{9FF08773-41FB-0702-E791-84E3ADF6E0A4}"/>
              </a:ext>
            </a:extLst>
          </p:cNvPr>
          <p:cNvSpPr/>
          <p:nvPr/>
        </p:nvSpPr>
        <p:spPr>
          <a:xfrm>
            <a:off x="27252940" y="11212684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echa: a la derecha 90">
            <a:extLst>
              <a:ext uri="{FF2B5EF4-FFF2-40B4-BE49-F238E27FC236}">
                <a16:creationId xmlns:a16="http://schemas.microsoft.com/office/drawing/2014/main" id="{35CA546B-2E1B-D180-E094-C7BF674A8ED7}"/>
              </a:ext>
            </a:extLst>
          </p:cNvPr>
          <p:cNvSpPr/>
          <p:nvPr/>
        </p:nvSpPr>
        <p:spPr>
          <a:xfrm>
            <a:off x="34022628" y="11174317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Output image">
            <a:extLst>
              <a:ext uri="{FF2B5EF4-FFF2-40B4-BE49-F238E27FC236}">
                <a16:creationId xmlns:a16="http://schemas.microsoft.com/office/drawing/2014/main" id="{186C376B-7780-C8C0-271F-555691CDE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4"/>
          <a:stretch/>
        </p:blipFill>
        <p:spPr bwMode="auto">
          <a:xfrm>
            <a:off x="31975425" y="8327009"/>
            <a:ext cx="1965594" cy="18146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utput image">
            <a:extLst>
              <a:ext uri="{FF2B5EF4-FFF2-40B4-BE49-F238E27FC236}">
                <a16:creationId xmlns:a16="http://schemas.microsoft.com/office/drawing/2014/main" id="{8EE02433-11D2-17E0-3E40-9A2C35861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1975426" y="527536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8" descr="Output image">
            <a:extLst>
              <a:ext uri="{FF2B5EF4-FFF2-40B4-BE49-F238E27FC236}">
                <a16:creationId xmlns:a16="http://schemas.microsoft.com/office/drawing/2014/main" id="{B1844854-516D-EFD0-C84B-71A8F26B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5041559" y="527536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8" descr="Output image">
            <a:extLst>
              <a:ext uri="{FF2B5EF4-FFF2-40B4-BE49-F238E27FC236}">
                <a16:creationId xmlns:a16="http://schemas.microsoft.com/office/drawing/2014/main" id="{710D6DA9-3834-17F9-0D57-1C1E5B994D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5041559" y="8411657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CuadroTexto 94">
            <a:extLst>
              <a:ext uri="{FF2B5EF4-FFF2-40B4-BE49-F238E27FC236}">
                <a16:creationId xmlns:a16="http://schemas.microsoft.com/office/drawing/2014/main" id="{19568407-4D8D-5753-E10D-9E7704CA6655}"/>
              </a:ext>
            </a:extLst>
          </p:cNvPr>
          <p:cNvSpPr txBox="1"/>
          <p:nvPr/>
        </p:nvSpPr>
        <p:spPr>
          <a:xfrm>
            <a:off x="31553238" y="6282483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C0CB36BD-C253-4D17-BE0E-F6169096BAB3}"/>
              </a:ext>
            </a:extLst>
          </p:cNvPr>
          <p:cNvSpPr txBox="1"/>
          <p:nvPr/>
        </p:nvSpPr>
        <p:spPr>
          <a:xfrm>
            <a:off x="34631871" y="9224095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5CE48C5-1C04-BF26-6E11-EA0523597102}"/>
              </a:ext>
            </a:extLst>
          </p:cNvPr>
          <p:cNvSpPr txBox="1"/>
          <p:nvPr/>
        </p:nvSpPr>
        <p:spPr>
          <a:xfrm>
            <a:off x="34631871" y="6282483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5B216792-F570-8F29-9E40-78FC57AA9482}"/>
                  </a:ext>
                </a:extLst>
              </p:cNvPr>
              <p:cNvSpPr txBox="1"/>
              <p:nvPr/>
            </p:nvSpPr>
            <p:spPr>
              <a:xfrm>
                <a:off x="31740627" y="9224095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5B216792-F570-8F29-9E40-78FC57AA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0627" y="9224095"/>
                <a:ext cx="1645593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CuadroTexto 98">
            <a:extLst>
              <a:ext uri="{FF2B5EF4-FFF2-40B4-BE49-F238E27FC236}">
                <a16:creationId xmlns:a16="http://schemas.microsoft.com/office/drawing/2014/main" id="{C133BC2E-8093-6D40-D1FF-0463F0EF7551}"/>
              </a:ext>
            </a:extLst>
          </p:cNvPr>
          <p:cNvSpPr txBox="1"/>
          <p:nvPr/>
        </p:nvSpPr>
        <p:spPr>
          <a:xfrm>
            <a:off x="25007528" y="16064941"/>
            <a:ext cx="66667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Precisión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dominio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02043F56-6271-E88E-1C3B-5F27C808AF74}"/>
              </a:ext>
            </a:extLst>
          </p:cNvPr>
          <p:cNvSpPr txBox="1"/>
          <p:nvPr/>
        </p:nvSpPr>
        <p:spPr>
          <a:xfrm>
            <a:off x="31468549" y="16084681"/>
            <a:ext cx="66667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Alineación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dominios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2811E359-8046-D0E2-0874-5F25BAEA6E59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597729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C735B3D9-B4BC-D02F-1C04-2E3FDD46B06D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675643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0EC67A36-E804-8940-C3FE-AE7167541831}"/>
              </a:ext>
            </a:extLst>
          </p:cNvPr>
          <p:cNvCxnSpPr>
            <a:stCxn id="49" idx="6"/>
          </p:cNvCxnSpPr>
          <p:nvPr/>
        </p:nvCxnSpPr>
        <p:spPr>
          <a:xfrm>
            <a:off x="15930715" y="704292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D6207B1-AA9F-D42C-327C-7889A748AE5C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704292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E32E5905-5337-8491-2770-07A5E2759090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704292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69B33924-7FB0-1662-12AA-C454F1E44123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704292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654EA7C8-7C10-EB22-CA0C-F52182B5722C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597729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545BCDFA-96CE-942D-194C-12E8119DE569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675643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DDE21E9D-858D-24E5-EF9B-E3DC4005BD12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753557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81D8572-AB8A-17C8-8DF1-211B48E6DD11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753557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7A11A36-CFA7-4943-B9E9-51CC7BC39EB5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831471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D4090A0-D062-AE64-9F61-05ADA2838412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860120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8B6F013-5FE3-BD87-8FAC-5AB106973C5E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860120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84BC6221-1C8D-A51D-E424-2F2DF3E1CAD0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860120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5F9F6B22-A64A-717F-45AA-0B5DD4366756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860120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2684E65-6601-991E-0CA1-127384B816CA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675643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E81DD99-73C8-B9B8-45C5-A99F77344AE0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831471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8601BF1-FE34-112F-3FE4-01B0AEC1D58D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909385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05808010-74D9-C1EE-987C-3B9C5CC823CA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938034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9A224414-A4CC-9E96-49AC-88FA5A90FE61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938034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253F656A-66F3-EC81-FF51-42908E827BFD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938034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6CE9E3DF-CE48-4622-90BC-E27F1704103B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938034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13763997-6F76-644B-55B2-B91667A2B1ED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938034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2BD39DAC-BA0E-4973-BCEA-09C71BFBEDF4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831471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302B22AA-73A3-3174-3465-7A41C88DD9BC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909385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7419AE6E-BA44-276D-D300-408DE8CBF592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987300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33D23B5D-CE83-0AEB-A0D5-378B49D4985E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015949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2937340A-63B6-51E3-3C8F-31587779B1BE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015949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B5B70CD8-7ADE-82C7-76C2-055EF9E6684C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015949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56E653DC-5F06-A54B-3DB7-111868231E8C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015949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3D490890-3BE6-5E35-05E3-676679E19094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909385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D556219F-45E5-B3F1-D620-8F7820DB2AE2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987300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974097D8-F042-D4F0-5278-23D4AA25FC55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065214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BE578073-E78C-8566-3E24-07855EDA2C4F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093863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3FF99193-ADC8-E892-994C-3D70E582EFCA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093863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CF4A3176-4C46-09A8-FC36-5F8240F9FD7E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093863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F0FB3293-BF5F-3D87-0515-17D93BAB4DB1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093863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D91334E6-D550-EB33-15EF-0E308DC1A26F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987300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AF6ED194-B482-8DA8-4725-3A8A6693281D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143128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6F178C2C-9DE6-9E18-2477-1AE1EFFA2F2E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171777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694CB6B3-F76B-0CB4-4BB7-BA5AC61C47D3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171777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58F6982E-A38B-31D4-6FCE-1E262573C8B4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171777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48D10946-EF16-8113-9A2F-721012766ED4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065214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384249C7-66D2-C65C-6353-72DFBBB4D14F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143128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FFCF7D84-41B2-3898-F078-2E13B498F706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221042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C6A805A5-C7DB-593B-0E2C-DEE9B33AC5FD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249691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8B3077FB-E8C6-38E0-8649-A8ECF328F01B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249691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28C77ECF-EB55-A02A-75BA-43856791B82C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249691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7BFAED4C-715A-E09B-7D3B-BE8C037E7646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065214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4F8C2351-056F-4D11-F7D5-314A167DA1D6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143128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F8A007A9-5953-23B9-9D0A-CF80C4CB36C7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221042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959F38FF-6FFB-76F4-5FC4-1B4C58A474F6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298956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73936174-D443-EAC6-B1EB-60EBBF893BEF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327605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F6C10595-26BD-C23F-09F8-B2AAA306C2E4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597729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41F453E0-FAD2-160B-C4DF-911789F3CDFD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EDAFD496-8356-696F-5C85-B13469541E4B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B160CE61-89A1-96B8-3851-F1DF671F893A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753557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923340C1-2A36-0960-B383-E80D5C4950C0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831471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01210438-2AF8-A2A6-DA85-7847E86747D5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862704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A8A3E7FC-20ED-42E6-80D4-09054B7D5893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862704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99CCFF83-35E0-ACB8-3986-A4267A5601E7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862704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C00AEC1E-E99E-E07F-53F7-044D27E0E16F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862704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F54F473C-551C-6CB7-7ADC-F9F2FA00AC45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675643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BAEBA74D-677B-E758-D39E-219F597493AB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753557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1F873623-FE40-6132-8F97-F54923C7A4CE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831471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A6869FDB-4827-45FB-9BB4-746F02110E7D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909385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277ACC38-9A33-E56A-3C39-50D6F22342EA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940618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4543E81E-3566-F56B-9DDE-BF37443B602E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940618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D5DA4601-60EE-6BA1-FFCA-8BBE48273B73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940618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E6DFB2B5-FF4A-032C-773A-7A806A6060C2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940618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2640CD09-FF80-B7C2-39BB-6F5C4FAE1557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940618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791F16ED-F68E-DDF9-0B50-8E3B063B762D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753557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B31988E0-F21F-3743-A46F-B4E8C4BF8B6E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831471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A07C3F8A-1B57-99ED-C819-2235FF926CC4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909385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C46A9C40-A39A-44F6-BBC5-5FFDE5621FF8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987300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024999B4-00B4-2D08-8CA2-37E6EF8871D9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018532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23FDEE20-CAC5-A3AE-434D-838E47F30FD8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018532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F3DBE203-2C0D-E6A6-4D69-34F5D30D14BD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018532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656BF699-1C2E-A4FF-B84F-6704F6174434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018532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EA3DDBE0-E333-7F2A-A964-A398A45C3831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018532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C9325EE9-CF08-B854-2B31-86F4595A5556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909385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B06774B9-A275-D4F6-7133-42FDF262474A}"/>
              </a:ext>
            </a:extLst>
          </p:cNvPr>
          <p:cNvCxnSpPr>
            <a:cxnSpLocks/>
            <a:stCxn id="38" idx="2"/>
            <a:endCxn id="9" idx="6"/>
          </p:cNvCxnSpPr>
          <p:nvPr/>
        </p:nvCxnSpPr>
        <p:spPr>
          <a:xfrm flipH="1" flipV="1">
            <a:off x="17187033" y="987300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8ABEF3BB-3BAD-28B7-F93D-C1AA51EEF4D4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065214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47B5676F-39E7-7275-FE92-3E455C6B504C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096447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07648435-DAE3-53A5-748E-561A59800FE2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096447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AAEF1CC2-5A7C-0416-DB48-6719E0448CFE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096447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3D7745B0-261B-7565-89DB-EC2A476F65ED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096447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755D90AB-D2F6-9407-3A7B-0EA19812B693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065214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8687F179-3A43-D081-CD2B-A0D206697C48}"/>
              </a:ext>
            </a:extLst>
          </p:cNvPr>
          <p:cNvCxnSpPr>
            <a:cxnSpLocks/>
            <a:stCxn id="26" idx="2"/>
            <a:endCxn id="16" idx="6"/>
          </p:cNvCxnSpPr>
          <p:nvPr/>
        </p:nvCxnSpPr>
        <p:spPr>
          <a:xfrm flipH="1" flipV="1">
            <a:off x="17187033" y="1143128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E110AB2B-74A2-7168-6E26-938BCE48EE73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174361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4092799D-5DCA-9739-EA38-2B1B6B61882A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174361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512A494B-0F59-586E-8D2F-E2E3D7A95228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174361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5115CCEA-EA93-A0CB-2A4C-8F376574BBB8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174361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7F8251D0-AC03-884B-742A-77AB5653F4D9}"/>
              </a:ext>
            </a:extLst>
          </p:cNvPr>
          <p:cNvSpPr/>
          <p:nvPr/>
        </p:nvSpPr>
        <p:spPr>
          <a:xfrm>
            <a:off x="2569647" y="1311798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DCBD08FE-334E-5F48-F44E-A8241C4370D1}"/>
              </a:ext>
            </a:extLst>
          </p:cNvPr>
          <p:cNvSpPr/>
          <p:nvPr/>
        </p:nvSpPr>
        <p:spPr>
          <a:xfrm>
            <a:off x="2569647" y="1245985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FE30B61D-4E52-1D38-7E38-24B584C08B79}"/>
              </a:ext>
            </a:extLst>
          </p:cNvPr>
          <p:cNvSpPr/>
          <p:nvPr/>
        </p:nvSpPr>
        <p:spPr>
          <a:xfrm>
            <a:off x="2549736" y="1510973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75BC1372-A90F-2C37-282F-55848C14952E}"/>
              </a:ext>
            </a:extLst>
          </p:cNvPr>
          <p:cNvSpPr/>
          <p:nvPr/>
        </p:nvSpPr>
        <p:spPr>
          <a:xfrm>
            <a:off x="2563917" y="1374521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ACADA3BA-5227-5AC1-235C-CFF7AD08C3BE}"/>
              </a:ext>
            </a:extLst>
          </p:cNvPr>
          <p:cNvSpPr/>
          <p:nvPr/>
        </p:nvSpPr>
        <p:spPr>
          <a:xfrm>
            <a:off x="2716317" y="1455574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D0559DF5-8341-9C93-B1D5-0D5657C83027}"/>
              </a:ext>
            </a:extLst>
          </p:cNvPr>
          <p:cNvSpPr/>
          <p:nvPr/>
        </p:nvSpPr>
        <p:spPr>
          <a:xfrm>
            <a:off x="2590800" y="479095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F8A4236F-15F5-0AD7-450E-AE595860B367}"/>
              </a:ext>
            </a:extLst>
          </p:cNvPr>
          <p:cNvSpPr/>
          <p:nvPr/>
        </p:nvSpPr>
        <p:spPr>
          <a:xfrm>
            <a:off x="2616968" y="538191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903CE70E-9D3B-CC7C-CB4C-6F1D04C2A0C4}"/>
              </a:ext>
            </a:extLst>
          </p:cNvPr>
          <p:cNvSpPr/>
          <p:nvPr/>
        </p:nvSpPr>
        <p:spPr>
          <a:xfrm>
            <a:off x="2598933" y="596328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1CE04CAE-8656-A329-F50E-BDFBCAE6762E}"/>
              </a:ext>
            </a:extLst>
          </p:cNvPr>
          <p:cNvSpPr/>
          <p:nvPr/>
        </p:nvSpPr>
        <p:spPr>
          <a:xfrm>
            <a:off x="2598933" y="654146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31B72AA8-E68F-F299-2FBC-DCB7E28A67CB}"/>
              </a:ext>
            </a:extLst>
          </p:cNvPr>
          <p:cNvSpPr/>
          <p:nvPr/>
        </p:nvSpPr>
        <p:spPr>
          <a:xfrm>
            <a:off x="2626987" y="722669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9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FE30-92E5-4904-D6E0-84800167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o 3">
            <a:extLst>
              <a:ext uri="{FF2B5EF4-FFF2-40B4-BE49-F238E27FC236}">
                <a16:creationId xmlns:a16="http://schemas.microsoft.com/office/drawing/2014/main" id="{361CF271-B475-DBB5-DB36-7FB47FB0A855}"/>
              </a:ext>
            </a:extLst>
          </p:cNvPr>
          <p:cNvSpPr/>
          <p:nvPr/>
        </p:nvSpPr>
        <p:spPr>
          <a:xfrm>
            <a:off x="7982451" y="5295900"/>
            <a:ext cx="2771274" cy="8839200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43740B65-E356-9DC8-91CA-5F9D55FF1B52}"/>
              </a:ext>
            </a:extLst>
          </p:cNvPr>
          <p:cNvSpPr/>
          <p:nvPr/>
        </p:nvSpPr>
        <p:spPr>
          <a:xfrm>
            <a:off x="10033451" y="6056506"/>
            <a:ext cx="2293905" cy="7316594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55B52CF1-1EA2-6F73-CEF4-F2DBA3D5F2B5}"/>
              </a:ext>
            </a:extLst>
          </p:cNvPr>
          <p:cNvSpPr/>
          <p:nvPr/>
        </p:nvSpPr>
        <p:spPr>
          <a:xfrm>
            <a:off x="11607080" y="7255745"/>
            <a:ext cx="1541932" cy="4918116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A47E16B-7C43-309B-D75D-35B58B6787D1}"/>
              </a:ext>
            </a:extLst>
          </p:cNvPr>
          <p:cNvSpPr/>
          <p:nvPr/>
        </p:nvSpPr>
        <p:spPr>
          <a:xfrm>
            <a:off x="25403151" y="5050934"/>
            <a:ext cx="9182125" cy="8322167"/>
          </a:xfrm>
          <a:prstGeom prst="roundRect">
            <a:avLst>
              <a:gd name="adj" fmla="val 5953"/>
            </a:avLst>
          </a:prstGeom>
          <a:solidFill>
            <a:srgbClr val="98B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1D8ACAF-63D1-CF80-D39B-53D434B237D2}"/>
              </a:ext>
            </a:extLst>
          </p:cNvPr>
          <p:cNvSpPr/>
          <p:nvPr/>
        </p:nvSpPr>
        <p:spPr>
          <a:xfrm>
            <a:off x="2587040" y="470807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19C5CC-8FA7-C046-4C97-05F085703D52}"/>
              </a:ext>
            </a:extLst>
          </p:cNvPr>
          <p:cNvSpPr/>
          <p:nvPr/>
        </p:nvSpPr>
        <p:spPr>
          <a:xfrm>
            <a:off x="2587040" y="1211524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7EBB16E2-861B-F013-4804-E985DDFAF56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648321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4426C4CC-30E7-78E5-E9A9-050EBC0F3F3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034010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8F1DC4E-2A77-69C8-5628-B5160DAB7906}"/>
                  </a:ext>
                </a:extLst>
              </p:cNvPr>
              <p:cNvSpPr txBox="1"/>
              <p:nvPr/>
            </p:nvSpPr>
            <p:spPr>
              <a:xfrm>
                <a:off x="1932034" y="2014084"/>
                <a:ext cx="4860281" cy="2371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domain (real EEG signals)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s-MX" sz="4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C8F1DC4E-2A77-69C8-5628-B5160DAB7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034" y="2014084"/>
                <a:ext cx="4860281" cy="2371547"/>
              </a:xfrm>
              <a:prstGeom prst="rect">
                <a:avLst/>
              </a:prstGeom>
              <a:blipFill>
                <a:blip r:embed="rId2"/>
                <a:stretch>
                  <a:fillRect l="-4015" t="-5656" r="-3764" b="-10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9AA3A7E-D9A4-D461-1A0D-83B526AD143F}"/>
                  </a:ext>
                </a:extLst>
              </p:cNvPr>
              <p:cNvSpPr txBox="1"/>
              <p:nvPr/>
            </p:nvSpPr>
            <p:spPr>
              <a:xfrm>
                <a:off x="2001198" y="8760307"/>
                <a:ext cx="4860281" cy="3110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target (semi-simulated EEG signals)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69AA3A7E-D9A4-D461-1A0D-83B526AD1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98" y="8760307"/>
                <a:ext cx="4860281" cy="3110210"/>
              </a:xfrm>
              <a:prstGeom prst="rect">
                <a:avLst/>
              </a:prstGeom>
              <a:blipFill>
                <a:blip r:embed="rId3"/>
                <a:stretch>
                  <a:fillRect t="-4314" r="-1003" b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30D1574-8C10-5860-B63F-D4D4771122C0}"/>
                  </a:ext>
                </a:extLst>
              </p:cNvPr>
              <p:cNvSpPr txBox="1"/>
              <p:nvPr/>
            </p:nvSpPr>
            <p:spPr>
              <a:xfrm>
                <a:off x="11419580" y="2219189"/>
                <a:ext cx="24547874" cy="2110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s-MX" sz="54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p>
                        <m:e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s-MX" sz="5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5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sPre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MX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s-MX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r>
                              <a:rPr lang="es-MX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s-MX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MX" sz="5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mr>
                      </m:m>
                      <m:f>
                        <m:f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bSup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sSup>
                                    <m:sSup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p>
                                          </m:sSubSup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p>
                                    <m:sSup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p>
                                          </m:sSubSup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5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s-MX" sz="5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s-MX" sz="5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s-MX" sz="5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MX" sz="5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s-MX" sz="5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30D1574-8C10-5860-B63F-D4D477112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580" y="2219189"/>
                <a:ext cx="24547874" cy="2110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BE306B0-B1ED-2494-DA87-11DB7BFC6169}"/>
              </a:ext>
            </a:extLst>
          </p:cNvPr>
          <p:cNvCxnSpPr/>
          <p:nvPr/>
        </p:nvCxnSpPr>
        <p:spPr>
          <a:xfrm>
            <a:off x="13149012" y="1014162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FAFDFC5-750F-855E-7D9F-F66057A19B77}"/>
              </a:ext>
            </a:extLst>
          </p:cNvPr>
          <p:cNvSpPr/>
          <p:nvPr/>
        </p:nvSpPr>
        <p:spPr>
          <a:xfrm>
            <a:off x="16586961" y="879382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D529819-D864-A26B-CAA0-80702EA5CC94}"/>
              </a:ext>
            </a:extLst>
          </p:cNvPr>
          <p:cNvSpPr/>
          <p:nvPr/>
        </p:nvSpPr>
        <p:spPr>
          <a:xfrm>
            <a:off x="16586961" y="645639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5839B8C-3E73-9F37-1B01-4465940E0F0A}"/>
              </a:ext>
            </a:extLst>
          </p:cNvPr>
          <p:cNvSpPr/>
          <p:nvPr/>
        </p:nvSpPr>
        <p:spPr>
          <a:xfrm>
            <a:off x="16586961" y="723553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9428D5E-E8F2-3BB1-8B2D-BE6B19F22AD1}"/>
              </a:ext>
            </a:extLst>
          </p:cNvPr>
          <p:cNvSpPr/>
          <p:nvPr/>
        </p:nvSpPr>
        <p:spPr>
          <a:xfrm>
            <a:off x="16586961" y="567725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0B7181D-6C7B-F09B-FA36-942796A77949}"/>
              </a:ext>
            </a:extLst>
          </p:cNvPr>
          <p:cNvSpPr/>
          <p:nvPr/>
        </p:nvSpPr>
        <p:spPr>
          <a:xfrm>
            <a:off x="16586961" y="957296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A798027-A85E-EA86-87F7-984F3AFCC8EC}"/>
              </a:ext>
            </a:extLst>
          </p:cNvPr>
          <p:cNvSpPr/>
          <p:nvPr/>
        </p:nvSpPr>
        <p:spPr>
          <a:xfrm>
            <a:off x="16586961" y="1113124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3698D38-8D0C-190C-E301-A9623C5E6323}"/>
              </a:ext>
            </a:extLst>
          </p:cNvPr>
          <p:cNvSpPr/>
          <p:nvPr/>
        </p:nvSpPr>
        <p:spPr>
          <a:xfrm>
            <a:off x="16586961" y="1035210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1521304-5BE2-8355-2619-20E23C70D2BD}"/>
              </a:ext>
            </a:extLst>
          </p:cNvPr>
          <p:cNvSpPr/>
          <p:nvPr/>
        </p:nvSpPr>
        <p:spPr>
          <a:xfrm>
            <a:off x="16586961" y="80146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E18AF25-5C91-A5F5-3882-4291926B911D}"/>
              </a:ext>
            </a:extLst>
          </p:cNvPr>
          <p:cNvSpPr/>
          <p:nvPr/>
        </p:nvSpPr>
        <p:spPr>
          <a:xfrm>
            <a:off x="16586961" y="1268953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828E76F-10D6-1478-171E-B17E7D2C8439}"/>
              </a:ext>
            </a:extLst>
          </p:cNvPr>
          <p:cNvSpPr/>
          <p:nvPr/>
        </p:nvSpPr>
        <p:spPr>
          <a:xfrm>
            <a:off x="16586961" y="1346867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6B5D036-3C58-D80F-87E0-520ADC7DF950}"/>
              </a:ext>
            </a:extLst>
          </p:cNvPr>
          <p:cNvSpPr/>
          <p:nvPr/>
        </p:nvSpPr>
        <p:spPr>
          <a:xfrm>
            <a:off x="16586961" y="119103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B87FC549-E59E-32FB-55BE-D485EBB6CB08}"/>
              </a:ext>
            </a:extLst>
          </p:cNvPr>
          <p:cNvSpPr/>
          <p:nvPr/>
        </p:nvSpPr>
        <p:spPr>
          <a:xfrm>
            <a:off x="16586961" y="1424781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DB2120C-C295-4877-5555-BA6E9E102C7A}"/>
              </a:ext>
            </a:extLst>
          </p:cNvPr>
          <p:cNvSpPr/>
          <p:nvPr/>
        </p:nvSpPr>
        <p:spPr>
          <a:xfrm>
            <a:off x="17843279" y="1144357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BD4D25B-3243-9219-8EAD-569CB0E6F13F}"/>
              </a:ext>
            </a:extLst>
          </p:cNvPr>
          <p:cNvSpPr/>
          <p:nvPr/>
        </p:nvSpPr>
        <p:spPr>
          <a:xfrm>
            <a:off x="17843279" y="910615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801B207-5EEF-E6CC-50B2-6205E3B1EBA5}"/>
              </a:ext>
            </a:extLst>
          </p:cNvPr>
          <p:cNvSpPr/>
          <p:nvPr/>
        </p:nvSpPr>
        <p:spPr>
          <a:xfrm>
            <a:off x="17843279" y="988529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8D1AFE79-DEB0-1A8D-3614-86E2F79A3B7D}"/>
              </a:ext>
            </a:extLst>
          </p:cNvPr>
          <p:cNvSpPr/>
          <p:nvPr/>
        </p:nvSpPr>
        <p:spPr>
          <a:xfrm>
            <a:off x="17843279" y="832700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397F0A26-DDF9-3572-5408-CF253371B601}"/>
              </a:ext>
            </a:extLst>
          </p:cNvPr>
          <p:cNvSpPr/>
          <p:nvPr/>
        </p:nvSpPr>
        <p:spPr>
          <a:xfrm>
            <a:off x="17843279" y="1066443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21343A8F-F31C-D7B8-B12A-5FA320D92D8C}"/>
              </a:ext>
            </a:extLst>
          </p:cNvPr>
          <p:cNvSpPr/>
          <p:nvPr/>
        </p:nvSpPr>
        <p:spPr>
          <a:xfrm>
            <a:off x="15330643" y="830117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97FD5E9-378D-3D7E-26D8-F0FD37FF3E6B}"/>
              </a:ext>
            </a:extLst>
          </p:cNvPr>
          <p:cNvSpPr/>
          <p:nvPr/>
        </p:nvSpPr>
        <p:spPr>
          <a:xfrm>
            <a:off x="15330643" y="674288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BCD35D4E-10A5-201D-72E0-6E49DB1601F2}"/>
              </a:ext>
            </a:extLst>
          </p:cNvPr>
          <p:cNvSpPr/>
          <p:nvPr/>
        </p:nvSpPr>
        <p:spPr>
          <a:xfrm>
            <a:off x="15330643" y="908031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73879093-52CA-BA2A-039A-94E16110DF7B}"/>
              </a:ext>
            </a:extLst>
          </p:cNvPr>
          <p:cNvSpPr/>
          <p:nvPr/>
        </p:nvSpPr>
        <p:spPr>
          <a:xfrm>
            <a:off x="15330643" y="1063859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6BD19EC1-99E9-D0FD-3F27-6C4DD75F64A2}"/>
              </a:ext>
            </a:extLst>
          </p:cNvPr>
          <p:cNvSpPr/>
          <p:nvPr/>
        </p:nvSpPr>
        <p:spPr>
          <a:xfrm>
            <a:off x="15330643" y="985945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6B339B99-138A-A9C2-B48B-85D2E2D0F33A}"/>
              </a:ext>
            </a:extLst>
          </p:cNvPr>
          <p:cNvSpPr/>
          <p:nvPr/>
        </p:nvSpPr>
        <p:spPr>
          <a:xfrm>
            <a:off x="15330643" y="75220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02F98398-4535-B49A-80F3-9403B2321427}"/>
              </a:ext>
            </a:extLst>
          </p:cNvPr>
          <p:cNvSpPr/>
          <p:nvPr/>
        </p:nvSpPr>
        <p:spPr>
          <a:xfrm>
            <a:off x="15330643" y="1219688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D13650AC-A6F4-475D-1582-3CF38F313CFC}"/>
              </a:ext>
            </a:extLst>
          </p:cNvPr>
          <p:cNvSpPr/>
          <p:nvPr/>
        </p:nvSpPr>
        <p:spPr>
          <a:xfrm>
            <a:off x="15330643" y="1297602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66475C73-210A-6268-20FD-3FDEFDA68CB6}"/>
              </a:ext>
            </a:extLst>
          </p:cNvPr>
          <p:cNvSpPr/>
          <p:nvPr/>
        </p:nvSpPr>
        <p:spPr>
          <a:xfrm>
            <a:off x="15330643" y="1141773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7AD7018E-D1A9-9A37-1A48-6695175F883A}"/>
                  </a:ext>
                </a:extLst>
              </p:cNvPr>
              <p:cNvSpPr txBox="1"/>
              <p:nvPr/>
            </p:nvSpPr>
            <p:spPr>
              <a:xfrm>
                <a:off x="19953588" y="8403319"/>
                <a:ext cx="11246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4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MX" sz="4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4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MX" sz="4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7AD7018E-D1A9-9A37-1A48-6695175F8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3588" y="8403319"/>
                <a:ext cx="1124634" cy="830997"/>
              </a:xfrm>
              <a:prstGeom prst="rect">
                <a:avLst/>
              </a:prstGeom>
              <a:blipFill>
                <a:blip r:embed="rId5"/>
                <a:stretch>
                  <a:fillRect l="-21622" r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uadroTexto 68">
            <a:extLst>
              <a:ext uri="{FF2B5EF4-FFF2-40B4-BE49-F238E27FC236}">
                <a16:creationId xmlns:a16="http://schemas.microsoft.com/office/drawing/2014/main" id="{74828BFB-E2F2-1055-9717-85B80DF2957E}"/>
              </a:ext>
            </a:extLst>
          </p:cNvPr>
          <p:cNvSpPr txBox="1"/>
          <p:nvPr/>
        </p:nvSpPr>
        <p:spPr>
          <a:xfrm>
            <a:off x="19319754" y="16084682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7F3F16A7-AFFB-8742-9595-8D19651A0352}"/>
              </a:ext>
            </a:extLst>
          </p:cNvPr>
          <p:cNvSpPr txBox="1"/>
          <p:nvPr/>
        </p:nvSpPr>
        <p:spPr>
          <a:xfrm>
            <a:off x="2133176" y="16084684"/>
            <a:ext cx="4659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684809F-5390-1942-1386-3728BDC4C31B}"/>
              </a:ext>
            </a:extLst>
          </p:cNvPr>
          <p:cNvSpPr txBox="1"/>
          <p:nvPr/>
        </p:nvSpPr>
        <p:spPr>
          <a:xfrm>
            <a:off x="8118091" y="16084683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estimator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5687A18-883B-3ED3-A26A-07C64BC95DB2}"/>
              </a:ext>
            </a:extLst>
          </p:cNvPr>
          <p:cNvSpPr txBox="1"/>
          <p:nvPr/>
        </p:nvSpPr>
        <p:spPr>
          <a:xfrm>
            <a:off x="13835647" y="16089440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F38FA036-FA89-24C1-C7F9-AEB0CC142AA2}"/>
              </a:ext>
            </a:extLst>
          </p:cNvPr>
          <p:cNvSpPr/>
          <p:nvPr/>
        </p:nvSpPr>
        <p:spPr>
          <a:xfrm>
            <a:off x="25604344" y="5429867"/>
            <a:ext cx="4242625" cy="7681054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F81D4006-A1C5-1BC6-0273-CF4846ADF6E8}"/>
              </a:ext>
            </a:extLst>
          </p:cNvPr>
          <p:cNvSpPr/>
          <p:nvPr/>
        </p:nvSpPr>
        <p:spPr>
          <a:xfrm>
            <a:off x="30136509" y="5429867"/>
            <a:ext cx="4242625" cy="7681054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30" name="Picture 6" descr="Output image">
            <a:extLst>
              <a:ext uri="{FF2B5EF4-FFF2-40B4-BE49-F238E27FC236}">
                <a16:creationId xmlns:a16="http://schemas.microsoft.com/office/drawing/2014/main" id="{BB129E9D-7CE9-C782-7169-ED37F07F78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4"/>
          <a:stretch/>
        </p:blipFill>
        <p:spPr bwMode="auto">
          <a:xfrm>
            <a:off x="26295331" y="9408760"/>
            <a:ext cx="2860649" cy="26409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utput image">
            <a:extLst>
              <a:ext uri="{FF2B5EF4-FFF2-40B4-BE49-F238E27FC236}">
                <a16:creationId xmlns:a16="http://schemas.microsoft.com/office/drawing/2014/main" id="{69AE13BB-312D-B1C1-293E-E77B87FA4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26271243" y="5832019"/>
            <a:ext cx="2860649" cy="26751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8" descr="Output image">
            <a:extLst>
              <a:ext uri="{FF2B5EF4-FFF2-40B4-BE49-F238E27FC236}">
                <a16:creationId xmlns:a16="http://schemas.microsoft.com/office/drawing/2014/main" id="{C712D9A7-1D71-9E2C-5BEF-0715073AA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0827496" y="5832020"/>
            <a:ext cx="2860649" cy="26751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8" descr="Output image">
            <a:extLst>
              <a:ext uri="{FF2B5EF4-FFF2-40B4-BE49-F238E27FC236}">
                <a16:creationId xmlns:a16="http://schemas.microsoft.com/office/drawing/2014/main" id="{B7EF4CD1-7A46-DEF5-C67E-3267581F5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0831349" y="9368532"/>
            <a:ext cx="2860649" cy="26751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CuadroTexto 99">
            <a:extLst>
              <a:ext uri="{FF2B5EF4-FFF2-40B4-BE49-F238E27FC236}">
                <a16:creationId xmlns:a16="http://schemas.microsoft.com/office/drawing/2014/main" id="{0F9D0DEB-12F2-B287-284D-A148E16CD75A}"/>
              </a:ext>
            </a:extLst>
          </p:cNvPr>
          <p:cNvSpPr txBox="1"/>
          <p:nvPr/>
        </p:nvSpPr>
        <p:spPr>
          <a:xfrm>
            <a:off x="11419581" y="655735"/>
            <a:ext cx="7042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weighted loss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7E99547B-4102-8766-9839-091012521E24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597729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C26EBA2C-6787-8FF8-277D-71231965B6DC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675643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2BBAE886-526C-60D9-272C-2485E7D97751}"/>
              </a:ext>
            </a:extLst>
          </p:cNvPr>
          <p:cNvCxnSpPr>
            <a:stCxn id="49" idx="6"/>
          </p:cNvCxnSpPr>
          <p:nvPr/>
        </p:nvCxnSpPr>
        <p:spPr>
          <a:xfrm>
            <a:off x="15930715" y="704292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411883CF-4C9B-821D-A883-FD287AE9849A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704292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1BFC11C2-EA74-E9EF-B0E8-D1F2437B1FD2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704292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02747747-37D6-5C64-9153-739C230E9F8C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704292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AAF3D671-DF43-EFB4-62D2-24C3013A31CF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597729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E8EFECF7-703E-2963-FABA-F07E175963AF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675643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FB6DDD1E-C1AC-E38B-D387-51CE0221B5EF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753557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500DF09-50A9-8F73-58F6-DE9DDE0F0767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753557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A06CECE-857D-48F5-B3BF-5ECDA68B76D5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831471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2A20916-B8C3-4C61-2F1C-71C1BC982772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860120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26A55F1-7C96-0DBF-F80F-8559D2F071C0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860120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3318510A-8B16-B101-E700-0FD129113384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860120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34DE328-2927-C918-380F-21B56412FE6E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860120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01398D60-7ED0-E68B-2AA5-9C3AED5AB286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675643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D2E61850-D156-C669-F22D-0EE04CD0CFD6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831471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B1785058-CECF-7708-1F1B-5CC3E0D3B5EB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909385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070C0DE6-74BE-ACD2-8D6C-EE72E3EFD475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938034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B7C50A20-FE52-9FA1-386F-0907CABFE828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938034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A3720339-F9E5-5F6E-F9CC-25EA7B97ED59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938034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65304CAA-03EB-58D5-8642-5299BABA3EF8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938034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905C55C1-7BFF-4E8D-CFA4-9FD8551AD9A3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938034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21C7B182-65CE-B2A2-0518-246F50A6F2AD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831471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6AECD0C5-5B04-13CB-43F3-0C781FAA1AB8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909385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424605C1-B9CB-EA6E-066E-CDD039E6F5BB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987300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FD5DCFC0-8B2A-BE5C-FD6F-4B60F701EEF7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015949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B1525A0D-42F6-1EC5-9E43-52D3E03E0F28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015949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217DB5A5-DF13-BDBD-449D-CC42BF630941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015949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42595EE7-6B6E-1E5F-2361-73F4D01D30C5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015949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1C249945-0ECA-B12D-34EF-B53CD6D1BC0B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909385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A3DA1A40-3BAE-2195-D603-86910DA94708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987300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CE271FF9-84D1-C506-BE03-209B2438FDCC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065214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D857FFD4-E3F6-F33D-F1EC-54E94FC33F62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093863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1BF4E428-1D4A-7894-B68B-E67FDCD74EAD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093863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D809C287-1395-6318-641A-21B3E706619C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093863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4EDCC546-EDFE-3280-597B-D23AB5E6F395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093863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991869F1-4E38-4A33-4D5B-1387FED2936C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987300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295ECDA7-B843-0A09-7A10-EC09A47E3CE8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143128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2DC0119D-FDA6-4E48-6593-4E76BC42E4F1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171777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859F4191-38D7-992B-0E2C-733C28EB23B6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171777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9B9534FB-0E8D-C452-DD3B-C1FDB5FDA2C7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171777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FFA4C193-98AF-9B51-B942-7E3EC3EB4022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065214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0296AA78-7A16-5F2B-591F-F241EAF059AB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143128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DF89BAB5-8F32-A4A9-1305-FACC1F8625F3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221042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741231B8-6DFA-D416-ADB0-883B1603CFD2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249691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C6EA6EF1-52C0-5D40-9A84-DBA366C04B00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249691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5480F22B-8A69-6892-69EB-B682E28544FD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249691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23C3674B-50CC-2AD7-549E-D320CFEFF2E9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065214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0138EAE5-00AD-41DC-1EF7-E41B79E6D14C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143128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232754B0-2B1C-E91E-4615-1A561791D101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221042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351BB6B8-B6D2-E214-DA85-B0713935A5A7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298956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58B3DA10-F1DE-E6D5-A95C-667636990216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327605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C3D0ABE5-5947-33EE-FD77-D513F875233F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597729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65C5F8EE-F513-D0FE-B5C1-8D2CF69F63F6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081AD7D0-4E77-FC18-9217-45343D92A3EA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B28A9993-75ED-4070-2D3E-B29508FDFB80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753557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F8297AA0-EF4A-3945-F814-5A7B83920FE0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831471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2ECD7BF3-8C20-2191-942E-1019D6B27249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862704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165D2A92-8F0E-0C8E-9465-6CB1DF07008B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862704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76A72F00-F3A4-BFF0-17BC-3BB2F469510E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862704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2481B25C-3809-E23F-A7EA-4FA98FB81D61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862704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584BC08B-997F-E2FB-8C12-3B19982397C2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675643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05447692-E1A7-3959-015D-7447452EC335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753557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0DCC2D29-87AB-1F84-E6FF-3C8B6AFCB274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831471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1AB6B9F4-8601-C3F6-7DF2-9877F3A94949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909385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DBFFA0C8-8BA0-469F-9D13-7D2216A398CD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940618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73096D28-09F0-468C-5E86-1FDF9408A869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940618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D01A4638-7C16-9BBA-C74A-006EEA57BA0C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940618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901B4E09-65EE-FBB0-D845-CBAE3996E3E5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940618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ADADE4F9-3B7A-0238-12E5-5654E4F6C86E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940618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98B47750-79D4-CE0A-9C01-AC5BD451BD19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753557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CF229BA8-5404-28E1-11C3-B1F2A1BAB731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831471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D7AD5203-96E0-4EBA-0CD4-41499165E50E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909385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27D9E340-6119-3A15-74A3-ACEF0D5CC719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987300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84E42F18-37CC-965F-40F9-894563A62426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018532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94EA6077-8758-9C93-E8E9-7C10BF7597BD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018532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A97880A9-E7DD-F865-9F36-35DEF86E93B4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018532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ECA5D7F8-CEF5-A5DB-5D0D-9F1201B75437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018532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0CEB514F-CBA5-1A44-79BA-1C4A4945867F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018532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E9B70DD5-3DCF-61F9-D363-5DF9A9607F0B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909385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BFCABC4F-030D-025D-13CD-9FFD82F8D2F2}"/>
              </a:ext>
            </a:extLst>
          </p:cNvPr>
          <p:cNvCxnSpPr>
            <a:stCxn id="38" idx="2"/>
            <a:endCxn id="9" idx="6"/>
          </p:cNvCxnSpPr>
          <p:nvPr/>
        </p:nvCxnSpPr>
        <p:spPr>
          <a:xfrm flipH="1" flipV="1">
            <a:off x="17187033" y="987300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D7B1EDD4-70B5-F7D4-1F70-0B56CE182330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065214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FF079B57-4419-FF5E-93A6-64409AB9BD61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096447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ECA7DC1E-366D-970D-70CE-3BC8871EE908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096447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AAECD2C3-8A4B-4B56-7FE1-8536FF62E878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096447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C487DB42-8670-DE15-800C-FB553EE05E63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096447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53B86E46-4A98-9457-B4D9-26C2CDF88DC2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065214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D31C6160-6B87-4FF0-1FC3-58FB4B1C95A1}"/>
              </a:ext>
            </a:extLst>
          </p:cNvPr>
          <p:cNvCxnSpPr>
            <a:stCxn id="26" idx="2"/>
            <a:endCxn id="16" idx="6"/>
          </p:cNvCxnSpPr>
          <p:nvPr/>
        </p:nvCxnSpPr>
        <p:spPr>
          <a:xfrm flipH="1" flipV="1">
            <a:off x="17187033" y="1143128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20BF497D-E39F-E771-6FC9-64C1DEEE464C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174361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928D2D0D-B734-217A-0F64-FD796F06FB0F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174361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7F34437B-0C12-2C68-6343-9D76985CC3F8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174361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E9FA92CA-4DA2-7C14-C362-893347CCEF44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174361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F770EB8A-2D3B-A7EC-C957-9313D502E041}"/>
              </a:ext>
            </a:extLst>
          </p:cNvPr>
          <p:cNvSpPr/>
          <p:nvPr/>
        </p:nvSpPr>
        <p:spPr>
          <a:xfrm>
            <a:off x="2569647" y="1311798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E79B2784-DAE2-1440-5088-85479351D289}"/>
              </a:ext>
            </a:extLst>
          </p:cNvPr>
          <p:cNvSpPr/>
          <p:nvPr/>
        </p:nvSpPr>
        <p:spPr>
          <a:xfrm>
            <a:off x="2569647" y="1245985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2F220D79-1CA1-81D0-1F55-E8A0200B3074}"/>
              </a:ext>
            </a:extLst>
          </p:cNvPr>
          <p:cNvSpPr/>
          <p:nvPr/>
        </p:nvSpPr>
        <p:spPr>
          <a:xfrm>
            <a:off x="2549736" y="1510973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B83B0817-70D4-1A9E-CBD7-F98B9083CB28}"/>
              </a:ext>
            </a:extLst>
          </p:cNvPr>
          <p:cNvSpPr/>
          <p:nvPr/>
        </p:nvSpPr>
        <p:spPr>
          <a:xfrm>
            <a:off x="2563917" y="1374521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9F590644-6A13-6C7D-A228-A05BFB302E32}"/>
              </a:ext>
            </a:extLst>
          </p:cNvPr>
          <p:cNvSpPr/>
          <p:nvPr/>
        </p:nvSpPr>
        <p:spPr>
          <a:xfrm>
            <a:off x="2716317" y="1455574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BFCB781E-0D45-A3D9-B579-D9957A4EF088}"/>
              </a:ext>
            </a:extLst>
          </p:cNvPr>
          <p:cNvSpPr/>
          <p:nvPr/>
        </p:nvSpPr>
        <p:spPr>
          <a:xfrm>
            <a:off x="2590800" y="479095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E6D8F0B3-8A91-FC6B-CF58-DCE7DAB7FDF3}"/>
              </a:ext>
            </a:extLst>
          </p:cNvPr>
          <p:cNvSpPr/>
          <p:nvPr/>
        </p:nvSpPr>
        <p:spPr>
          <a:xfrm>
            <a:off x="2616968" y="538191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EAA32F4F-37A1-0A8F-AB63-93279A9CED38}"/>
              </a:ext>
            </a:extLst>
          </p:cNvPr>
          <p:cNvSpPr/>
          <p:nvPr/>
        </p:nvSpPr>
        <p:spPr>
          <a:xfrm>
            <a:off x="2598933" y="596328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E484A3D6-00EC-6EC5-3E81-887959C69202}"/>
              </a:ext>
            </a:extLst>
          </p:cNvPr>
          <p:cNvSpPr/>
          <p:nvPr/>
        </p:nvSpPr>
        <p:spPr>
          <a:xfrm>
            <a:off x="2598933" y="654146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D6C1FBE3-555A-599B-4B93-D7B8AD8907C3}"/>
              </a:ext>
            </a:extLst>
          </p:cNvPr>
          <p:cNvSpPr/>
          <p:nvPr/>
        </p:nvSpPr>
        <p:spPr>
          <a:xfrm>
            <a:off x="2626987" y="722669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C2E53EA-AAC4-589B-A7E9-12C14AF37317}"/>
              </a:ext>
            </a:extLst>
          </p:cNvPr>
          <p:cNvSpPr/>
          <p:nvPr/>
        </p:nvSpPr>
        <p:spPr>
          <a:xfrm>
            <a:off x="17843279" y="754786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1D2FCF14-4F36-9330-E80F-AFD89882CBC5}"/>
              </a:ext>
            </a:extLst>
          </p:cNvPr>
          <p:cNvSpPr/>
          <p:nvPr/>
        </p:nvSpPr>
        <p:spPr>
          <a:xfrm>
            <a:off x="17843279" y="67165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68902585-EE95-3906-3BC2-934DE3041CCA}"/>
              </a:ext>
            </a:extLst>
          </p:cNvPr>
          <p:cNvSpPr/>
          <p:nvPr/>
        </p:nvSpPr>
        <p:spPr>
          <a:xfrm>
            <a:off x="17843279" y="591625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ACF507C6-4DF6-9162-E965-D5F9C5E19358}"/>
              </a:ext>
            </a:extLst>
          </p:cNvPr>
          <p:cNvSpPr/>
          <p:nvPr/>
        </p:nvSpPr>
        <p:spPr>
          <a:xfrm>
            <a:off x="17843279" y="1225640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C341D010-F262-CC88-3FCD-61004F4408FF}"/>
              </a:ext>
            </a:extLst>
          </p:cNvPr>
          <p:cNvSpPr/>
          <p:nvPr/>
        </p:nvSpPr>
        <p:spPr>
          <a:xfrm>
            <a:off x="17843279" y="131097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E9A8107B-49B8-7F17-2B8E-85A4AB756E61}"/>
              </a:ext>
            </a:extLst>
          </p:cNvPr>
          <p:cNvSpPr/>
          <p:nvPr/>
        </p:nvSpPr>
        <p:spPr>
          <a:xfrm>
            <a:off x="17843279" y="139477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EE8A2F27-34EF-D8E8-D522-9FC7C8020BC5}"/>
              </a:ext>
            </a:extLst>
          </p:cNvPr>
          <p:cNvCxnSpPr>
            <a:stCxn id="107" idx="2"/>
            <a:endCxn id="7" idx="6"/>
          </p:cNvCxnSpPr>
          <p:nvPr/>
        </p:nvCxnSpPr>
        <p:spPr>
          <a:xfrm flipH="1" flipV="1">
            <a:off x="17187033" y="5977290"/>
            <a:ext cx="656246" cy="239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EF1F9F6B-18D9-0660-7C2E-7367E2C54843}"/>
              </a:ext>
            </a:extLst>
          </p:cNvPr>
          <p:cNvCxnSpPr>
            <a:stCxn id="107" idx="2"/>
            <a:endCxn id="3" idx="6"/>
          </p:cNvCxnSpPr>
          <p:nvPr/>
        </p:nvCxnSpPr>
        <p:spPr>
          <a:xfrm flipH="1">
            <a:off x="17187033" y="6216295"/>
            <a:ext cx="656246" cy="540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6C60317F-6DF5-F6F8-6318-9613B96F4395}"/>
              </a:ext>
            </a:extLst>
          </p:cNvPr>
          <p:cNvCxnSpPr>
            <a:stCxn id="107" idx="2"/>
            <a:endCxn id="5" idx="6"/>
          </p:cNvCxnSpPr>
          <p:nvPr/>
        </p:nvCxnSpPr>
        <p:spPr>
          <a:xfrm flipH="1">
            <a:off x="17187033" y="6216295"/>
            <a:ext cx="656246" cy="1319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93D701AB-FE2A-C8C6-3779-9E743B77DB63}"/>
              </a:ext>
            </a:extLst>
          </p:cNvPr>
          <p:cNvCxnSpPr>
            <a:stCxn id="107" idx="2"/>
            <a:endCxn id="19" idx="6"/>
          </p:cNvCxnSpPr>
          <p:nvPr/>
        </p:nvCxnSpPr>
        <p:spPr>
          <a:xfrm flipH="1">
            <a:off x="17187033" y="6216295"/>
            <a:ext cx="656246" cy="2098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1040">
            <a:extLst>
              <a:ext uri="{FF2B5EF4-FFF2-40B4-BE49-F238E27FC236}">
                <a16:creationId xmlns:a16="http://schemas.microsoft.com/office/drawing/2014/main" id="{5C6E77A6-FC4D-579F-539F-6A7224EB2027}"/>
              </a:ext>
            </a:extLst>
          </p:cNvPr>
          <p:cNvCxnSpPr>
            <a:stCxn id="107" idx="2"/>
            <a:endCxn id="2" idx="6"/>
          </p:cNvCxnSpPr>
          <p:nvPr/>
        </p:nvCxnSpPr>
        <p:spPr>
          <a:xfrm flipH="1">
            <a:off x="17187033" y="6216295"/>
            <a:ext cx="656246" cy="28775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recto 1044">
            <a:extLst>
              <a:ext uri="{FF2B5EF4-FFF2-40B4-BE49-F238E27FC236}">
                <a16:creationId xmlns:a16="http://schemas.microsoft.com/office/drawing/2014/main" id="{403F1721-348C-E6DF-21D3-E70E293774FE}"/>
              </a:ext>
            </a:extLst>
          </p:cNvPr>
          <p:cNvCxnSpPr>
            <a:stCxn id="94" idx="2"/>
            <a:endCxn id="7" idx="6"/>
          </p:cNvCxnSpPr>
          <p:nvPr/>
        </p:nvCxnSpPr>
        <p:spPr>
          <a:xfrm flipH="1" flipV="1">
            <a:off x="17187033" y="5977289"/>
            <a:ext cx="656246" cy="1039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0731BF40-8BEF-14AD-F696-169E336C51DC}"/>
              </a:ext>
            </a:extLst>
          </p:cNvPr>
          <p:cNvCxnSpPr>
            <a:stCxn id="94" idx="2"/>
            <a:endCxn id="5" idx="6"/>
          </p:cNvCxnSpPr>
          <p:nvPr/>
        </p:nvCxnSpPr>
        <p:spPr>
          <a:xfrm flipH="1">
            <a:off x="17187033" y="7016625"/>
            <a:ext cx="656246" cy="5189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recto 1052">
            <a:extLst>
              <a:ext uri="{FF2B5EF4-FFF2-40B4-BE49-F238E27FC236}">
                <a16:creationId xmlns:a16="http://schemas.microsoft.com/office/drawing/2014/main" id="{DDE65E52-2E48-E0FF-C1D1-758E4448EF8F}"/>
              </a:ext>
            </a:extLst>
          </p:cNvPr>
          <p:cNvCxnSpPr>
            <a:stCxn id="94" idx="2"/>
            <a:endCxn id="3" idx="6"/>
          </p:cNvCxnSpPr>
          <p:nvPr/>
        </p:nvCxnSpPr>
        <p:spPr>
          <a:xfrm flipH="1" flipV="1">
            <a:off x="17187033" y="6756431"/>
            <a:ext cx="656246" cy="260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ector recto 1056">
            <a:extLst>
              <a:ext uri="{FF2B5EF4-FFF2-40B4-BE49-F238E27FC236}">
                <a16:creationId xmlns:a16="http://schemas.microsoft.com/office/drawing/2014/main" id="{98599D76-2A60-4F87-9D39-52AF0490C3C0}"/>
              </a:ext>
            </a:extLst>
          </p:cNvPr>
          <p:cNvCxnSpPr>
            <a:stCxn id="94" idx="2"/>
            <a:endCxn id="2" idx="6"/>
          </p:cNvCxnSpPr>
          <p:nvPr/>
        </p:nvCxnSpPr>
        <p:spPr>
          <a:xfrm flipH="1">
            <a:off x="17187033" y="7016625"/>
            <a:ext cx="656246" cy="20772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 recto 1060">
            <a:extLst>
              <a:ext uri="{FF2B5EF4-FFF2-40B4-BE49-F238E27FC236}">
                <a16:creationId xmlns:a16="http://schemas.microsoft.com/office/drawing/2014/main" id="{20DA01B7-45C0-E77A-2772-8B1DD73653F8}"/>
              </a:ext>
            </a:extLst>
          </p:cNvPr>
          <p:cNvCxnSpPr>
            <a:stCxn id="40" idx="2"/>
            <a:endCxn id="9" idx="6"/>
          </p:cNvCxnSpPr>
          <p:nvPr/>
        </p:nvCxnSpPr>
        <p:spPr>
          <a:xfrm flipH="1">
            <a:off x="17187033" y="784790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1064">
            <a:extLst>
              <a:ext uri="{FF2B5EF4-FFF2-40B4-BE49-F238E27FC236}">
                <a16:creationId xmlns:a16="http://schemas.microsoft.com/office/drawing/2014/main" id="{B64777E5-E79B-804F-28C2-B5C6C8E595B3}"/>
              </a:ext>
            </a:extLst>
          </p:cNvPr>
          <p:cNvCxnSpPr>
            <a:stCxn id="40" idx="2"/>
            <a:endCxn id="7" idx="6"/>
          </p:cNvCxnSpPr>
          <p:nvPr/>
        </p:nvCxnSpPr>
        <p:spPr>
          <a:xfrm flipH="1" flipV="1">
            <a:off x="17187033" y="5977290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1068">
            <a:extLst>
              <a:ext uri="{FF2B5EF4-FFF2-40B4-BE49-F238E27FC236}">
                <a16:creationId xmlns:a16="http://schemas.microsoft.com/office/drawing/2014/main" id="{0BDC6566-330D-73C9-6998-A8C7604ABF22}"/>
              </a:ext>
            </a:extLst>
          </p:cNvPr>
          <p:cNvCxnSpPr>
            <a:stCxn id="40" idx="2"/>
            <a:endCxn id="3" idx="6"/>
          </p:cNvCxnSpPr>
          <p:nvPr/>
        </p:nvCxnSpPr>
        <p:spPr>
          <a:xfrm flipH="1" flipV="1">
            <a:off x="17187033" y="675643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 recto 1072">
            <a:extLst>
              <a:ext uri="{FF2B5EF4-FFF2-40B4-BE49-F238E27FC236}">
                <a16:creationId xmlns:a16="http://schemas.microsoft.com/office/drawing/2014/main" id="{09B37991-185D-6661-9E72-1123E3AB3208}"/>
              </a:ext>
            </a:extLst>
          </p:cNvPr>
          <p:cNvCxnSpPr>
            <a:stCxn id="115" idx="2"/>
            <a:endCxn id="16" idx="6"/>
          </p:cNvCxnSpPr>
          <p:nvPr/>
        </p:nvCxnSpPr>
        <p:spPr>
          <a:xfrm flipH="1" flipV="1">
            <a:off x="17187033" y="11431284"/>
            <a:ext cx="656246" cy="11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ector recto 1076">
            <a:extLst>
              <a:ext uri="{FF2B5EF4-FFF2-40B4-BE49-F238E27FC236}">
                <a16:creationId xmlns:a16="http://schemas.microsoft.com/office/drawing/2014/main" id="{FA2723E4-2968-81F0-4081-FD2A401ED4A4}"/>
              </a:ext>
            </a:extLst>
          </p:cNvPr>
          <p:cNvCxnSpPr>
            <a:stCxn id="115" idx="2"/>
            <a:endCxn id="23" idx="6"/>
          </p:cNvCxnSpPr>
          <p:nvPr/>
        </p:nvCxnSpPr>
        <p:spPr>
          <a:xfrm flipH="1" flipV="1">
            <a:off x="17187033" y="12210426"/>
            <a:ext cx="656246" cy="346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ector recto 1080">
            <a:extLst>
              <a:ext uri="{FF2B5EF4-FFF2-40B4-BE49-F238E27FC236}">
                <a16:creationId xmlns:a16="http://schemas.microsoft.com/office/drawing/2014/main" id="{A5A3958F-F0A5-881E-CE79-4824A9D60AA7}"/>
              </a:ext>
            </a:extLst>
          </p:cNvPr>
          <p:cNvCxnSpPr>
            <a:stCxn id="115" idx="2"/>
            <a:endCxn id="20" idx="6"/>
          </p:cNvCxnSpPr>
          <p:nvPr/>
        </p:nvCxnSpPr>
        <p:spPr>
          <a:xfrm flipH="1">
            <a:off x="17187033" y="12556441"/>
            <a:ext cx="656246" cy="433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1084">
            <a:extLst>
              <a:ext uri="{FF2B5EF4-FFF2-40B4-BE49-F238E27FC236}">
                <a16:creationId xmlns:a16="http://schemas.microsoft.com/office/drawing/2014/main" id="{0DC34AC9-E50D-D60E-3A8C-5A4982DEEF27}"/>
              </a:ext>
            </a:extLst>
          </p:cNvPr>
          <p:cNvCxnSpPr>
            <a:stCxn id="115" idx="2"/>
            <a:endCxn id="22" idx="6"/>
          </p:cNvCxnSpPr>
          <p:nvPr/>
        </p:nvCxnSpPr>
        <p:spPr>
          <a:xfrm flipH="1">
            <a:off x="17187033" y="12556441"/>
            <a:ext cx="656246" cy="1212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428CCB6B-BCDC-4255-89F1-8C438C19EC6B}"/>
              </a:ext>
            </a:extLst>
          </p:cNvPr>
          <p:cNvCxnSpPr>
            <a:stCxn id="115" idx="2"/>
            <a:endCxn id="24" idx="6"/>
          </p:cNvCxnSpPr>
          <p:nvPr/>
        </p:nvCxnSpPr>
        <p:spPr>
          <a:xfrm flipH="1">
            <a:off x="17187033" y="12556441"/>
            <a:ext cx="656246" cy="19914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recto 1092">
            <a:extLst>
              <a:ext uri="{FF2B5EF4-FFF2-40B4-BE49-F238E27FC236}">
                <a16:creationId xmlns:a16="http://schemas.microsoft.com/office/drawing/2014/main" id="{ADD293A6-51C7-E785-3778-8404340A4587}"/>
              </a:ext>
            </a:extLst>
          </p:cNvPr>
          <p:cNvCxnSpPr>
            <a:stCxn id="119" idx="2"/>
            <a:endCxn id="16" idx="6"/>
          </p:cNvCxnSpPr>
          <p:nvPr/>
        </p:nvCxnSpPr>
        <p:spPr>
          <a:xfrm flipH="1" flipV="1">
            <a:off x="17187033" y="11431284"/>
            <a:ext cx="656246" cy="1978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CA51334A-79D5-D081-7A4F-A5CA0EA350E5}"/>
              </a:ext>
            </a:extLst>
          </p:cNvPr>
          <p:cNvCxnSpPr>
            <a:stCxn id="119" idx="2"/>
            <a:endCxn id="20" idx="6"/>
          </p:cNvCxnSpPr>
          <p:nvPr/>
        </p:nvCxnSpPr>
        <p:spPr>
          <a:xfrm flipH="1" flipV="1">
            <a:off x="17187033" y="12989568"/>
            <a:ext cx="656246" cy="420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Conector recto 1100">
            <a:extLst>
              <a:ext uri="{FF2B5EF4-FFF2-40B4-BE49-F238E27FC236}">
                <a16:creationId xmlns:a16="http://schemas.microsoft.com/office/drawing/2014/main" id="{81C06789-C48B-7AC0-8D4B-6A868E00F0DD}"/>
              </a:ext>
            </a:extLst>
          </p:cNvPr>
          <p:cNvCxnSpPr>
            <a:stCxn id="119" idx="2"/>
            <a:endCxn id="22" idx="6"/>
          </p:cNvCxnSpPr>
          <p:nvPr/>
        </p:nvCxnSpPr>
        <p:spPr>
          <a:xfrm flipH="1">
            <a:off x="17187033" y="13409765"/>
            <a:ext cx="656246" cy="358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A356EB74-C33F-89CB-EC42-CBC59C8B4E67}"/>
              </a:ext>
            </a:extLst>
          </p:cNvPr>
          <p:cNvCxnSpPr>
            <a:stCxn id="119" idx="2"/>
            <a:endCxn id="24" idx="6"/>
          </p:cNvCxnSpPr>
          <p:nvPr/>
        </p:nvCxnSpPr>
        <p:spPr>
          <a:xfrm flipH="1">
            <a:off x="17187033" y="13409765"/>
            <a:ext cx="656246" cy="113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7242C57F-B51F-95DD-C049-20323DD88EA7}"/>
              </a:ext>
            </a:extLst>
          </p:cNvPr>
          <p:cNvCxnSpPr>
            <a:stCxn id="121" idx="2"/>
            <a:endCxn id="23" idx="6"/>
          </p:cNvCxnSpPr>
          <p:nvPr/>
        </p:nvCxnSpPr>
        <p:spPr>
          <a:xfrm flipH="1" flipV="1">
            <a:off x="17325703" y="12315869"/>
            <a:ext cx="517577" cy="1931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03535507-21B5-1B29-D9E3-74A7833E52D5}"/>
              </a:ext>
            </a:extLst>
          </p:cNvPr>
          <p:cNvCxnSpPr>
            <a:stCxn id="121" idx="2"/>
            <a:endCxn id="20" idx="6"/>
          </p:cNvCxnSpPr>
          <p:nvPr/>
        </p:nvCxnSpPr>
        <p:spPr>
          <a:xfrm flipH="1" flipV="1">
            <a:off x="17187033" y="12989567"/>
            <a:ext cx="656246" cy="125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Conector recto 1116">
            <a:extLst>
              <a:ext uri="{FF2B5EF4-FFF2-40B4-BE49-F238E27FC236}">
                <a16:creationId xmlns:a16="http://schemas.microsoft.com/office/drawing/2014/main" id="{0611DBDD-89D9-65DC-5564-871E470EC83D}"/>
              </a:ext>
            </a:extLst>
          </p:cNvPr>
          <p:cNvCxnSpPr>
            <a:stCxn id="121" idx="2"/>
            <a:endCxn id="24" idx="6"/>
          </p:cNvCxnSpPr>
          <p:nvPr/>
        </p:nvCxnSpPr>
        <p:spPr>
          <a:xfrm flipH="1">
            <a:off x="17187033" y="14247815"/>
            <a:ext cx="656246" cy="300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Conector: angular 1120">
            <a:extLst>
              <a:ext uri="{FF2B5EF4-FFF2-40B4-BE49-F238E27FC236}">
                <a16:creationId xmlns:a16="http://schemas.microsoft.com/office/drawing/2014/main" id="{3F402968-1FCD-96FE-5E94-EE3877ED7CE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755994" y="5235514"/>
            <a:ext cx="5501282" cy="4373763"/>
          </a:xfrm>
          <a:prstGeom prst="bentConnector3">
            <a:avLst>
              <a:gd name="adj1" fmla="val 775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" name="CuadroTexto 1124">
            <a:extLst>
              <a:ext uri="{FF2B5EF4-FFF2-40B4-BE49-F238E27FC236}">
                <a16:creationId xmlns:a16="http://schemas.microsoft.com/office/drawing/2014/main" id="{5A157C17-A7B3-3D1F-E980-CDE1821ED654}"/>
              </a:ext>
            </a:extLst>
          </p:cNvPr>
          <p:cNvSpPr txBox="1"/>
          <p:nvPr/>
        </p:nvSpPr>
        <p:spPr>
          <a:xfrm>
            <a:off x="28091276" y="16022542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alignment</a:t>
            </a:r>
          </a:p>
        </p:txBody>
      </p:sp>
      <p:sp>
        <p:nvSpPr>
          <p:cNvPr id="1127" name="Flecha: a la derecha 1126">
            <a:extLst>
              <a:ext uri="{FF2B5EF4-FFF2-40B4-BE49-F238E27FC236}">
                <a16:creationId xmlns:a16="http://schemas.microsoft.com/office/drawing/2014/main" id="{FC6E4360-E328-1904-FA38-2AD6DB3C6A34}"/>
              </a:ext>
            </a:extLst>
          </p:cNvPr>
          <p:cNvSpPr/>
          <p:nvPr/>
        </p:nvSpPr>
        <p:spPr>
          <a:xfrm>
            <a:off x="29553939" y="13110922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5" name="Conector recto de flecha 1134">
            <a:extLst>
              <a:ext uri="{FF2B5EF4-FFF2-40B4-BE49-F238E27FC236}">
                <a16:creationId xmlns:a16="http://schemas.microsoft.com/office/drawing/2014/main" id="{FE9AE7A1-E342-8569-82FE-CE7E9ED9F6B7}"/>
              </a:ext>
            </a:extLst>
          </p:cNvPr>
          <p:cNvCxnSpPr/>
          <p:nvPr/>
        </p:nvCxnSpPr>
        <p:spPr>
          <a:xfrm flipH="1">
            <a:off x="7603148" y="3255881"/>
            <a:ext cx="357725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" name="CuadroTexto 1136">
            <a:extLst>
              <a:ext uri="{FF2B5EF4-FFF2-40B4-BE49-F238E27FC236}">
                <a16:creationId xmlns:a16="http://schemas.microsoft.com/office/drawing/2014/main" id="{3B03133C-8975-7003-7A5F-9DEF9925548F}"/>
              </a:ext>
            </a:extLst>
          </p:cNvPr>
          <p:cNvSpPr txBox="1"/>
          <p:nvPr/>
        </p:nvSpPr>
        <p:spPr>
          <a:xfrm>
            <a:off x="7982451" y="1840011"/>
            <a:ext cx="2771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249691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5182-7945-5836-0F12-CB92ACE0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ABD4653C-607F-D019-4369-DF071838B9FF}"/>
              </a:ext>
            </a:extLst>
          </p:cNvPr>
          <p:cNvSpPr/>
          <p:nvPr/>
        </p:nvSpPr>
        <p:spPr>
          <a:xfrm>
            <a:off x="13457736" y="2048903"/>
            <a:ext cx="6858521" cy="2323403"/>
          </a:xfrm>
          <a:prstGeom prst="roundRect">
            <a:avLst>
              <a:gd name="adj" fmla="val 5953"/>
            </a:avLst>
          </a:prstGeom>
          <a:solidFill>
            <a:srgbClr val="F7E68D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F5D3152-9C29-A411-E0D3-DF87A0A330DD}"/>
              </a:ext>
            </a:extLst>
          </p:cNvPr>
          <p:cNvSpPr/>
          <p:nvPr/>
        </p:nvSpPr>
        <p:spPr>
          <a:xfrm>
            <a:off x="23686294" y="1876330"/>
            <a:ext cx="15436963" cy="2831744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9BECF413-DE6C-884A-68AF-E69E83A76E29}"/>
              </a:ext>
            </a:extLst>
          </p:cNvPr>
          <p:cNvSpPr/>
          <p:nvPr/>
        </p:nvSpPr>
        <p:spPr>
          <a:xfrm>
            <a:off x="7982451" y="5295900"/>
            <a:ext cx="2771274" cy="8839200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AA71DDA9-24E8-64E3-607E-8C6CCDB14CE8}"/>
              </a:ext>
            </a:extLst>
          </p:cNvPr>
          <p:cNvSpPr/>
          <p:nvPr/>
        </p:nvSpPr>
        <p:spPr>
          <a:xfrm>
            <a:off x="10033451" y="6056506"/>
            <a:ext cx="2293905" cy="7316594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F178FF82-DEF9-BFB4-97E7-006A2DE48C68}"/>
              </a:ext>
            </a:extLst>
          </p:cNvPr>
          <p:cNvSpPr/>
          <p:nvPr/>
        </p:nvSpPr>
        <p:spPr>
          <a:xfrm>
            <a:off x="11607080" y="7255745"/>
            <a:ext cx="1541932" cy="4918116"/>
          </a:xfrm>
          <a:prstGeom prst="cube">
            <a:avLst>
              <a:gd name="adj" fmla="val 87500"/>
            </a:avLst>
          </a:prstGeom>
          <a:solidFill>
            <a:srgbClr val="78EC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61BDA5-6A91-2512-0832-31268A487793}"/>
              </a:ext>
            </a:extLst>
          </p:cNvPr>
          <p:cNvSpPr/>
          <p:nvPr/>
        </p:nvSpPr>
        <p:spPr>
          <a:xfrm>
            <a:off x="2587040" y="470807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1AA99E-86C4-1944-0FDC-30D5C37E4012}"/>
              </a:ext>
            </a:extLst>
          </p:cNvPr>
          <p:cNvSpPr/>
          <p:nvPr/>
        </p:nvSpPr>
        <p:spPr>
          <a:xfrm>
            <a:off x="2587040" y="1211524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8064DFB5-9319-2176-4E3B-82465FB134E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648321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C891F50C-A954-36B1-C840-10B03C98B4A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034010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447F234-FC60-2725-D345-19DA9F0CE57D}"/>
                  </a:ext>
                </a:extLst>
              </p:cNvPr>
              <p:cNvSpPr txBox="1"/>
              <p:nvPr/>
            </p:nvSpPr>
            <p:spPr>
              <a:xfrm>
                <a:off x="1720692" y="1778777"/>
                <a:ext cx="548410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de origen (señales EEG reales)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s-MX" sz="4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0447F234-FC60-2725-D345-19DA9F0CE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92" y="1778777"/>
                <a:ext cx="5484105" cy="2308324"/>
              </a:xfrm>
              <a:prstGeom prst="rect">
                <a:avLst/>
              </a:prstGeom>
              <a:blipFill>
                <a:blip r:embed="rId2"/>
                <a:stretch>
                  <a:fillRect l="-2889" t="-5820" r="-2889" b="-1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077D1FA-E21E-C065-17B7-B987A53310A9}"/>
                  </a:ext>
                </a:extLst>
              </p:cNvPr>
              <p:cNvSpPr txBox="1"/>
              <p:nvPr/>
            </p:nvSpPr>
            <p:spPr>
              <a:xfrm>
                <a:off x="2001198" y="8760307"/>
                <a:ext cx="4860281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objetivo (señales EEG </a:t>
                </a:r>
                <a:r>
                  <a:rPr lang="es-MX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semisimuladas</a:t>
                </a:r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077D1FA-E21E-C065-17B7-B987A5331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98" y="8760307"/>
                <a:ext cx="4860281" cy="3046988"/>
              </a:xfrm>
              <a:prstGeom prst="rect">
                <a:avLst/>
              </a:prstGeom>
              <a:blipFill>
                <a:blip r:embed="rId3"/>
                <a:stretch>
                  <a:fillRect l="-2005" t="-4400" r="-5138" b="-9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C178D2-6B8D-01FB-9ADB-9B0312722FEF}"/>
                  </a:ext>
                </a:extLst>
              </p:cNvPr>
              <p:cNvSpPr txBox="1"/>
              <p:nvPr/>
            </p:nvSpPr>
            <p:spPr>
              <a:xfrm>
                <a:off x="23935230" y="2302178"/>
                <a:ext cx="14939090" cy="1760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b="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5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s-MX" sz="5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C178D2-6B8D-01FB-9ADB-9B031272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5230" y="2302178"/>
                <a:ext cx="14939090" cy="1760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4F5B597F-0300-A86D-59AF-324C7402601D}"/>
              </a:ext>
            </a:extLst>
          </p:cNvPr>
          <p:cNvCxnSpPr/>
          <p:nvPr/>
        </p:nvCxnSpPr>
        <p:spPr>
          <a:xfrm>
            <a:off x="13149012" y="1014162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7F00A9AD-A8FD-AC5D-BF58-70A00BDE95F5}"/>
              </a:ext>
            </a:extLst>
          </p:cNvPr>
          <p:cNvSpPr/>
          <p:nvPr/>
        </p:nvSpPr>
        <p:spPr>
          <a:xfrm>
            <a:off x="16586961" y="879382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5E06B6F-9B7A-19AD-1A49-EE5D71A75D57}"/>
              </a:ext>
            </a:extLst>
          </p:cNvPr>
          <p:cNvSpPr/>
          <p:nvPr/>
        </p:nvSpPr>
        <p:spPr>
          <a:xfrm>
            <a:off x="16586961" y="645639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ADA4FE4-8AB9-6D0E-FBDC-4E05D3BD5730}"/>
              </a:ext>
            </a:extLst>
          </p:cNvPr>
          <p:cNvSpPr/>
          <p:nvPr/>
        </p:nvSpPr>
        <p:spPr>
          <a:xfrm>
            <a:off x="16586961" y="723553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61A0E38-FA7E-09F3-D9B2-D4D800477445}"/>
              </a:ext>
            </a:extLst>
          </p:cNvPr>
          <p:cNvSpPr/>
          <p:nvPr/>
        </p:nvSpPr>
        <p:spPr>
          <a:xfrm>
            <a:off x="16586961" y="567725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FC663A6-F8CC-7C2C-FA53-8DB0A4041735}"/>
              </a:ext>
            </a:extLst>
          </p:cNvPr>
          <p:cNvSpPr/>
          <p:nvPr/>
        </p:nvSpPr>
        <p:spPr>
          <a:xfrm>
            <a:off x="16586961" y="957296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759B302-12E9-CE6A-9AFF-266EB1954335}"/>
              </a:ext>
            </a:extLst>
          </p:cNvPr>
          <p:cNvSpPr/>
          <p:nvPr/>
        </p:nvSpPr>
        <p:spPr>
          <a:xfrm>
            <a:off x="16586961" y="1113124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0D1F1C4-15CA-BCFB-67AF-92606CDA7CC1}"/>
              </a:ext>
            </a:extLst>
          </p:cNvPr>
          <p:cNvSpPr/>
          <p:nvPr/>
        </p:nvSpPr>
        <p:spPr>
          <a:xfrm>
            <a:off x="16586961" y="1035210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88E1637-3BE6-6ECD-4FAB-2769807BF8E8}"/>
              </a:ext>
            </a:extLst>
          </p:cNvPr>
          <p:cNvSpPr/>
          <p:nvPr/>
        </p:nvSpPr>
        <p:spPr>
          <a:xfrm>
            <a:off x="16586961" y="80146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6963E4C-EB57-3055-3192-5E49E5154918}"/>
              </a:ext>
            </a:extLst>
          </p:cNvPr>
          <p:cNvSpPr/>
          <p:nvPr/>
        </p:nvSpPr>
        <p:spPr>
          <a:xfrm>
            <a:off x="16586961" y="1268953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D8F5E37-06FB-320E-DA4B-5EA377F64834}"/>
              </a:ext>
            </a:extLst>
          </p:cNvPr>
          <p:cNvSpPr/>
          <p:nvPr/>
        </p:nvSpPr>
        <p:spPr>
          <a:xfrm>
            <a:off x="16586961" y="1346867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08AAD08-2486-4A26-F4A3-E3E622362E72}"/>
              </a:ext>
            </a:extLst>
          </p:cNvPr>
          <p:cNvSpPr/>
          <p:nvPr/>
        </p:nvSpPr>
        <p:spPr>
          <a:xfrm>
            <a:off x="16586961" y="119103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3856DF7-7E28-EA8E-F01F-B6A4704538C2}"/>
              </a:ext>
            </a:extLst>
          </p:cNvPr>
          <p:cNvSpPr/>
          <p:nvPr/>
        </p:nvSpPr>
        <p:spPr>
          <a:xfrm>
            <a:off x="16586961" y="1424781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5F7F4B1-5F17-A356-CAD5-602DA936B970}"/>
              </a:ext>
            </a:extLst>
          </p:cNvPr>
          <p:cNvSpPr/>
          <p:nvPr/>
        </p:nvSpPr>
        <p:spPr>
          <a:xfrm>
            <a:off x="17843279" y="1144357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54BEB8CA-C3C8-F365-D9EA-8ABF2BBD66AC}"/>
              </a:ext>
            </a:extLst>
          </p:cNvPr>
          <p:cNvSpPr/>
          <p:nvPr/>
        </p:nvSpPr>
        <p:spPr>
          <a:xfrm>
            <a:off x="17843279" y="910615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5B11C47-C48E-4063-E0EF-2103162ED27E}"/>
              </a:ext>
            </a:extLst>
          </p:cNvPr>
          <p:cNvSpPr/>
          <p:nvPr/>
        </p:nvSpPr>
        <p:spPr>
          <a:xfrm>
            <a:off x="17843279" y="988529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D8CA7DE-94FA-6E72-1295-F076C2923CCB}"/>
              </a:ext>
            </a:extLst>
          </p:cNvPr>
          <p:cNvSpPr/>
          <p:nvPr/>
        </p:nvSpPr>
        <p:spPr>
          <a:xfrm>
            <a:off x="17843279" y="832700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0486C8BA-CF9C-1C94-1BA7-82DAFC54D60E}"/>
              </a:ext>
            </a:extLst>
          </p:cNvPr>
          <p:cNvSpPr/>
          <p:nvPr/>
        </p:nvSpPr>
        <p:spPr>
          <a:xfrm>
            <a:off x="17843279" y="1066443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972B714B-1A39-064F-66E6-E3D32BF17CAC}"/>
              </a:ext>
            </a:extLst>
          </p:cNvPr>
          <p:cNvSpPr/>
          <p:nvPr/>
        </p:nvSpPr>
        <p:spPr>
          <a:xfrm>
            <a:off x="15330643" y="830117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5675D81-EB16-7DFE-F15C-1EF06E0E03A8}"/>
              </a:ext>
            </a:extLst>
          </p:cNvPr>
          <p:cNvSpPr/>
          <p:nvPr/>
        </p:nvSpPr>
        <p:spPr>
          <a:xfrm>
            <a:off x="15330643" y="674288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5728913-EC31-A6CF-3261-2DABB5137A5F}"/>
              </a:ext>
            </a:extLst>
          </p:cNvPr>
          <p:cNvSpPr/>
          <p:nvPr/>
        </p:nvSpPr>
        <p:spPr>
          <a:xfrm>
            <a:off x="15330643" y="908031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C4B9D310-8828-B6E4-996E-F07B6D14AD6F}"/>
              </a:ext>
            </a:extLst>
          </p:cNvPr>
          <p:cNvSpPr/>
          <p:nvPr/>
        </p:nvSpPr>
        <p:spPr>
          <a:xfrm>
            <a:off x="15330643" y="1063859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3F4A151-D91D-DED6-DB25-3CD98F0B523B}"/>
              </a:ext>
            </a:extLst>
          </p:cNvPr>
          <p:cNvSpPr/>
          <p:nvPr/>
        </p:nvSpPr>
        <p:spPr>
          <a:xfrm>
            <a:off x="15330643" y="985945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E7D7CBD5-BDA5-EE7B-9237-504616E27193}"/>
              </a:ext>
            </a:extLst>
          </p:cNvPr>
          <p:cNvSpPr/>
          <p:nvPr/>
        </p:nvSpPr>
        <p:spPr>
          <a:xfrm>
            <a:off x="15330643" y="75220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4BE62ADF-02DD-A0BB-61C3-72FBFFDFBF7A}"/>
              </a:ext>
            </a:extLst>
          </p:cNvPr>
          <p:cNvSpPr/>
          <p:nvPr/>
        </p:nvSpPr>
        <p:spPr>
          <a:xfrm>
            <a:off x="15330643" y="1219688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E7E7393F-FBC7-5D19-0B85-B22C6E55631E}"/>
              </a:ext>
            </a:extLst>
          </p:cNvPr>
          <p:cNvSpPr/>
          <p:nvPr/>
        </p:nvSpPr>
        <p:spPr>
          <a:xfrm>
            <a:off x="15330643" y="1297602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D3A5772-65B6-C7A8-465B-A28AF0CF5A99}"/>
              </a:ext>
            </a:extLst>
          </p:cNvPr>
          <p:cNvSpPr/>
          <p:nvPr/>
        </p:nvSpPr>
        <p:spPr>
          <a:xfrm>
            <a:off x="15330643" y="1141773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8D3213C9-5E67-A71B-80AF-CBB238670927}"/>
              </a:ext>
            </a:extLst>
          </p:cNvPr>
          <p:cNvSpPr txBox="1"/>
          <p:nvPr/>
        </p:nvSpPr>
        <p:spPr>
          <a:xfrm>
            <a:off x="19319754" y="16084682"/>
            <a:ext cx="5795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B7BC7559-7CE6-4D7C-8469-B4CF5B6FD718}"/>
              </a:ext>
            </a:extLst>
          </p:cNvPr>
          <p:cNvSpPr txBox="1"/>
          <p:nvPr/>
        </p:nvSpPr>
        <p:spPr>
          <a:xfrm>
            <a:off x="2133176" y="16084684"/>
            <a:ext cx="4659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A9709B3E-D447-7B71-9547-1079FFB3A24B}"/>
              </a:ext>
            </a:extLst>
          </p:cNvPr>
          <p:cNvSpPr txBox="1"/>
          <p:nvPr/>
        </p:nvSpPr>
        <p:spPr>
          <a:xfrm>
            <a:off x="7416139" y="16084683"/>
            <a:ext cx="5795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Estimador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B02BC61-5F53-48F2-42A9-7B2CC8D8806B}"/>
              </a:ext>
            </a:extLst>
          </p:cNvPr>
          <p:cNvSpPr txBox="1"/>
          <p:nvPr/>
        </p:nvSpPr>
        <p:spPr>
          <a:xfrm>
            <a:off x="13835647" y="16089440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B945D910-093B-5A3D-754F-AD4BD186BBF1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597729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9E3E73C7-847A-92D9-37D5-40F424A1326E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675643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1FF60F0B-372E-70D3-C57E-9CE498C05AC9}"/>
              </a:ext>
            </a:extLst>
          </p:cNvPr>
          <p:cNvCxnSpPr>
            <a:stCxn id="49" idx="6"/>
          </p:cNvCxnSpPr>
          <p:nvPr/>
        </p:nvCxnSpPr>
        <p:spPr>
          <a:xfrm>
            <a:off x="15930715" y="704292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D8129AA-9EB6-C3C3-A571-87F9544F9E4F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704292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062BA918-4E02-3357-F739-2FE4F0CE52F7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704292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E993C695-AB2A-633E-CCE9-17F4F9453B0C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704292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AE451161-90D9-26FC-4551-B84656413E83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597729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C0CF3204-BAFB-50D1-6642-9858B2CAF743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675643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C8DA44C8-D4CF-887B-5B5E-DFC902EDCFF1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753557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BE431B1-404B-563F-B254-029CD40EB8F4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753557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CA6A8FAE-D5E1-A9AE-42FF-2B2EC86E7813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831471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8AD1961-8C38-591E-161A-C92BDD7BB4F4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860120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81B8475C-4B22-DABC-5AE7-54FC0D534CE1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860120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E0DA7080-5042-61D5-7972-F30891CAE71D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860120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7D28AF2A-310D-6B2F-8A9B-BF8617F924A8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860120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86ADA95-8A6B-7B11-4FA3-23DEE1AA5620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675643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35F5823-719A-16A7-15A1-B7B905CA04BB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831471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90B8D96A-D6BE-916B-CD0B-538B7455DB60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909385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E3A4636F-03BD-06C8-DB17-54FDC35DE17B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938034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78046A0F-58DF-CBCE-53B7-CC8ABA80AD33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938034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D07BD8FE-6D76-34D9-7D90-A76941DCDEAA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938034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4A060407-000E-BF3D-178D-CF3A5B1791EA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938034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1E6B0C24-996A-DC81-4634-F66D9B47ED84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938034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A970C505-87DE-0049-6D84-749646BA21A4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831471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07B1BD5C-1BD7-6517-E913-E1C1940F1774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909385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118CB0FA-E014-E02F-A1F4-0C30EA360AFB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987300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41375426-1866-65C0-4895-169EFCD0B436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015949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8798D45D-5ABD-6595-77D0-8DD76BCAA5F9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015949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27953484-CD6F-A95B-2D68-AD107CC05ADE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015949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2BC91B8F-3A0B-72B9-8C19-04A228260F08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015949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3877AEE3-01D0-4D7D-5BCF-4A5B0838F541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909385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D7113E03-05C2-E256-624F-856B641D4B95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987300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E39CBAF0-9A1B-5638-0196-EDBA0A5C93F9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065214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326DC76F-672A-336C-69C1-35537F893FCB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093863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0651AC7D-491E-48B1-A629-0D9E3AC90853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093863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CD35D7A7-6C6E-4E8B-1632-09B1A8C8D3E8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093863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3BC5AED0-0C97-49AA-FF22-18DBAAC4BF3A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093863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4019E7E4-990D-3D1A-AA66-F7CA39D82854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987300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2965B88C-2EF4-7979-0844-D6D85A590AF9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143128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C280AC3B-12FB-A9EE-DA19-2387F06FCA70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171777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5D52E1A7-ED55-0C47-BDF0-B1C40638549F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171777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8236F933-5BED-33BA-76E0-6E2BE288CCF2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171777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CFB882C6-6C54-04D6-23A9-735B21ABE750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065214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2CA2062A-BCCD-7EEF-25E6-E1B61533296D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143128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6DE7763B-64AB-AFD2-F414-7CCBED8154D7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221042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9B7FF5FF-2197-4101-2E27-45C1506F89E0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249691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A03B7C3A-C5B6-81FD-DAE4-EBB677E475D4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249691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2BEC11EE-335F-2AD0-9E8C-EA8D3B8871CA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249691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8BE65789-34FF-157C-557D-A9F989F036CA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065214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CEE6BE55-E35E-B01A-6F43-134479642458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143128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5480B194-78D6-28DB-6140-F622B418CB78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221042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EED52B98-3864-F66E-B51B-A8E82B72A156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298956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93D578FF-02C1-1C95-6AB4-33B18FCAE742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327605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55400F04-22A9-0C3E-30C2-B06FC9361FDE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597729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8617F6B3-3E68-F433-75A0-8048CE54E3D6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88FDBA0C-BAF6-B1AA-81D6-68A240A0B521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675643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13995D0F-298A-4B76-8FE2-03AC41FB9F1D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753557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F2701BF0-99E1-80CE-571B-9FCDF8094B37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831471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0646E970-7368-BFF8-F3CA-051FA27426C5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862704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D4070620-4BBD-43A2-3B44-CC9E0C1E58C1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862704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3A22533C-1C58-E4A9-4524-AEA9D295558D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862704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2B216000-A662-F2B8-9D07-71DF8C35F191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862704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9869F302-0813-C5AF-E629-729ACB12BE20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675643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2197AC1B-7EA4-2E48-63BE-3F58FEE6AB78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753557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F1865620-8256-212A-0B6B-36B245E6386E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831471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870CEB52-11BF-5E7C-1CAA-0F3BCC901DAD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909385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A447EBBD-1C67-A427-B26D-2CE64CBCE509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940618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196200F2-86EB-2DE2-85CB-64F5D8C3AB8E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940618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7C582925-995E-2858-A9BA-D5EE81336075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940618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F543EA61-06EC-EDC7-E638-3B424B2F6573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940618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125EAA7A-5444-89AC-E857-9DC2D2060349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940618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18253A68-BF59-8180-ABB9-06190E876A6E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753557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10937E34-9836-6948-DA32-0E243A46BB1C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831471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92347A47-3143-5307-45BC-9D89E3665AD1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909385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0F4B683D-5FD9-A719-7D67-016CB9D62236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987300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C8AD4D77-6A1C-F1F2-493A-CDAC0ED5260D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018532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7695AA1D-D30C-4609-1E46-01C327A267DF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018532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C05948BC-1961-418D-FA6A-A94CA48242FA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018532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866241D0-0822-BC37-FCDD-593EA99F835A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018532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98DDF0EC-E429-65AF-ADD4-72E0BFE3CFB0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018532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2BB63055-1174-ABEF-408F-6239AC0F7B10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909385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55E3370C-D4F0-6E7E-E27B-0B00D2E0FDED}"/>
              </a:ext>
            </a:extLst>
          </p:cNvPr>
          <p:cNvCxnSpPr>
            <a:stCxn id="38" idx="2"/>
            <a:endCxn id="9" idx="6"/>
          </p:cNvCxnSpPr>
          <p:nvPr/>
        </p:nvCxnSpPr>
        <p:spPr>
          <a:xfrm flipH="1" flipV="1">
            <a:off x="17187033" y="987300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A75713F6-E8CD-F360-34BF-54C32608DD9C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065214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8BD88760-D3C5-73A1-C8AF-797E966FC194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096447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8A56C43F-B1DD-A9A4-7A6D-62E5E064A5F5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096447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58D7B6D5-6D40-561A-0FDA-119F61365C21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096447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1A5B1037-9243-8AAA-3B76-C63823CB93BF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096447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9185C19C-228A-75EE-42E4-6D86C429FBD6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065214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641E8631-441E-31A4-064D-4B4A115E79D2}"/>
              </a:ext>
            </a:extLst>
          </p:cNvPr>
          <p:cNvCxnSpPr>
            <a:stCxn id="26" idx="2"/>
            <a:endCxn id="16" idx="6"/>
          </p:cNvCxnSpPr>
          <p:nvPr/>
        </p:nvCxnSpPr>
        <p:spPr>
          <a:xfrm flipH="1" flipV="1">
            <a:off x="17187033" y="1143128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133BE12B-470E-40A6-0756-B47CD6C70814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174361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6C9A136E-09F9-E8F3-85FE-D4A3B1743322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174361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1E06CE6D-7D15-CD78-EDCE-272F350914D5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174361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AD614432-A372-6D68-7299-153B96C6C91A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174361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1C88014E-25D7-3091-92CF-E03E88677494}"/>
              </a:ext>
            </a:extLst>
          </p:cNvPr>
          <p:cNvSpPr/>
          <p:nvPr/>
        </p:nvSpPr>
        <p:spPr>
          <a:xfrm>
            <a:off x="2569647" y="1311798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ABDE3943-0C27-F80E-543B-A005B41E0726}"/>
              </a:ext>
            </a:extLst>
          </p:cNvPr>
          <p:cNvSpPr/>
          <p:nvPr/>
        </p:nvSpPr>
        <p:spPr>
          <a:xfrm>
            <a:off x="2569647" y="1245985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A949CED7-A9CB-162E-14EF-390A9648DD66}"/>
              </a:ext>
            </a:extLst>
          </p:cNvPr>
          <p:cNvSpPr/>
          <p:nvPr/>
        </p:nvSpPr>
        <p:spPr>
          <a:xfrm>
            <a:off x="2549736" y="1510973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6E88A893-9228-126F-A885-1F3F73F3833F}"/>
              </a:ext>
            </a:extLst>
          </p:cNvPr>
          <p:cNvSpPr/>
          <p:nvPr/>
        </p:nvSpPr>
        <p:spPr>
          <a:xfrm>
            <a:off x="2563917" y="1374521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8A2D9FCD-DB6E-7509-EF9B-2345D230BBFE}"/>
              </a:ext>
            </a:extLst>
          </p:cNvPr>
          <p:cNvSpPr/>
          <p:nvPr/>
        </p:nvSpPr>
        <p:spPr>
          <a:xfrm>
            <a:off x="2716317" y="1455574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8B73CBB3-50BB-8767-4E9A-BDA3C5E00304}"/>
              </a:ext>
            </a:extLst>
          </p:cNvPr>
          <p:cNvSpPr/>
          <p:nvPr/>
        </p:nvSpPr>
        <p:spPr>
          <a:xfrm>
            <a:off x="2590800" y="479095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94898CEF-E229-4564-29F7-5B55DB3F4B2A}"/>
              </a:ext>
            </a:extLst>
          </p:cNvPr>
          <p:cNvSpPr/>
          <p:nvPr/>
        </p:nvSpPr>
        <p:spPr>
          <a:xfrm>
            <a:off x="2616968" y="538191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AEF5D31D-5875-B95A-ABC5-C704618065CB}"/>
              </a:ext>
            </a:extLst>
          </p:cNvPr>
          <p:cNvSpPr/>
          <p:nvPr/>
        </p:nvSpPr>
        <p:spPr>
          <a:xfrm>
            <a:off x="2598933" y="596328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8CD3B414-D86F-CC6E-E215-B1FE602CABFF}"/>
              </a:ext>
            </a:extLst>
          </p:cNvPr>
          <p:cNvSpPr/>
          <p:nvPr/>
        </p:nvSpPr>
        <p:spPr>
          <a:xfrm>
            <a:off x="2598933" y="654146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59991FAE-87F7-4C65-135E-291B24EC033C}"/>
              </a:ext>
            </a:extLst>
          </p:cNvPr>
          <p:cNvSpPr/>
          <p:nvPr/>
        </p:nvSpPr>
        <p:spPr>
          <a:xfrm>
            <a:off x="2626987" y="722669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6DFFA71B-12B5-1FFD-353E-DB636A62A305}"/>
              </a:ext>
            </a:extLst>
          </p:cNvPr>
          <p:cNvSpPr/>
          <p:nvPr/>
        </p:nvSpPr>
        <p:spPr>
          <a:xfrm>
            <a:off x="17843279" y="754786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4C60B7EA-E6D2-101D-64BE-7B0119058F1B}"/>
              </a:ext>
            </a:extLst>
          </p:cNvPr>
          <p:cNvSpPr/>
          <p:nvPr/>
        </p:nvSpPr>
        <p:spPr>
          <a:xfrm>
            <a:off x="17843279" y="671658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5F86623B-02DB-C70C-9448-E4C50C30A2B3}"/>
              </a:ext>
            </a:extLst>
          </p:cNvPr>
          <p:cNvSpPr/>
          <p:nvPr/>
        </p:nvSpPr>
        <p:spPr>
          <a:xfrm>
            <a:off x="17843279" y="591625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42D53C64-AA0D-596B-5542-4A0C973F0A65}"/>
              </a:ext>
            </a:extLst>
          </p:cNvPr>
          <p:cNvSpPr/>
          <p:nvPr/>
        </p:nvSpPr>
        <p:spPr>
          <a:xfrm>
            <a:off x="17843279" y="1225640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75A65A8D-1D48-F160-8629-71DAF592EA06}"/>
              </a:ext>
            </a:extLst>
          </p:cNvPr>
          <p:cNvSpPr/>
          <p:nvPr/>
        </p:nvSpPr>
        <p:spPr>
          <a:xfrm>
            <a:off x="17843279" y="1310972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103FE527-65D6-45F4-F424-15E1239CBFE5}"/>
              </a:ext>
            </a:extLst>
          </p:cNvPr>
          <p:cNvSpPr/>
          <p:nvPr/>
        </p:nvSpPr>
        <p:spPr>
          <a:xfrm>
            <a:off x="17843279" y="1394777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A39AE08F-B972-9AC1-3BFC-FFEAD970C40C}"/>
              </a:ext>
            </a:extLst>
          </p:cNvPr>
          <p:cNvCxnSpPr>
            <a:stCxn id="107" idx="2"/>
            <a:endCxn id="7" idx="6"/>
          </p:cNvCxnSpPr>
          <p:nvPr/>
        </p:nvCxnSpPr>
        <p:spPr>
          <a:xfrm flipH="1" flipV="1">
            <a:off x="17187033" y="5977290"/>
            <a:ext cx="656246" cy="239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55815D54-7D90-E148-5336-DBBEC9782433}"/>
              </a:ext>
            </a:extLst>
          </p:cNvPr>
          <p:cNvCxnSpPr>
            <a:stCxn id="107" idx="2"/>
            <a:endCxn id="3" idx="6"/>
          </p:cNvCxnSpPr>
          <p:nvPr/>
        </p:nvCxnSpPr>
        <p:spPr>
          <a:xfrm flipH="1">
            <a:off x="17187033" y="6216295"/>
            <a:ext cx="656246" cy="540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64A11F84-AC51-EFB3-B5E7-E0C1E874D800}"/>
              </a:ext>
            </a:extLst>
          </p:cNvPr>
          <p:cNvCxnSpPr>
            <a:stCxn id="107" idx="2"/>
            <a:endCxn id="5" idx="6"/>
          </p:cNvCxnSpPr>
          <p:nvPr/>
        </p:nvCxnSpPr>
        <p:spPr>
          <a:xfrm flipH="1">
            <a:off x="17187033" y="6216295"/>
            <a:ext cx="656246" cy="1319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4B7A9877-5143-79EF-88BA-BEFFEADF495A}"/>
              </a:ext>
            </a:extLst>
          </p:cNvPr>
          <p:cNvCxnSpPr>
            <a:stCxn id="107" idx="2"/>
            <a:endCxn id="19" idx="6"/>
          </p:cNvCxnSpPr>
          <p:nvPr/>
        </p:nvCxnSpPr>
        <p:spPr>
          <a:xfrm flipH="1">
            <a:off x="17187033" y="6216295"/>
            <a:ext cx="656246" cy="2098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1040">
            <a:extLst>
              <a:ext uri="{FF2B5EF4-FFF2-40B4-BE49-F238E27FC236}">
                <a16:creationId xmlns:a16="http://schemas.microsoft.com/office/drawing/2014/main" id="{BBD8CCD9-0FDD-2030-3F78-B54E13E51BA7}"/>
              </a:ext>
            </a:extLst>
          </p:cNvPr>
          <p:cNvCxnSpPr>
            <a:stCxn id="107" idx="2"/>
            <a:endCxn id="2" idx="6"/>
          </p:cNvCxnSpPr>
          <p:nvPr/>
        </p:nvCxnSpPr>
        <p:spPr>
          <a:xfrm flipH="1">
            <a:off x="17187033" y="6216295"/>
            <a:ext cx="656246" cy="28775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recto 1044">
            <a:extLst>
              <a:ext uri="{FF2B5EF4-FFF2-40B4-BE49-F238E27FC236}">
                <a16:creationId xmlns:a16="http://schemas.microsoft.com/office/drawing/2014/main" id="{E5030D15-6D72-E180-8FDF-2F383A853816}"/>
              </a:ext>
            </a:extLst>
          </p:cNvPr>
          <p:cNvCxnSpPr>
            <a:stCxn id="94" idx="2"/>
            <a:endCxn id="7" idx="6"/>
          </p:cNvCxnSpPr>
          <p:nvPr/>
        </p:nvCxnSpPr>
        <p:spPr>
          <a:xfrm flipH="1" flipV="1">
            <a:off x="17187033" y="5977289"/>
            <a:ext cx="656246" cy="1039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81D99FD3-0D6B-AF14-21B8-DCB63622F0CE}"/>
              </a:ext>
            </a:extLst>
          </p:cNvPr>
          <p:cNvCxnSpPr>
            <a:stCxn id="94" idx="2"/>
            <a:endCxn id="5" idx="6"/>
          </p:cNvCxnSpPr>
          <p:nvPr/>
        </p:nvCxnSpPr>
        <p:spPr>
          <a:xfrm flipH="1">
            <a:off x="17187033" y="7016625"/>
            <a:ext cx="656246" cy="5189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recto 1052">
            <a:extLst>
              <a:ext uri="{FF2B5EF4-FFF2-40B4-BE49-F238E27FC236}">
                <a16:creationId xmlns:a16="http://schemas.microsoft.com/office/drawing/2014/main" id="{4330F3CF-A09E-16DC-50B8-03EA1397875F}"/>
              </a:ext>
            </a:extLst>
          </p:cNvPr>
          <p:cNvCxnSpPr>
            <a:stCxn id="94" idx="2"/>
            <a:endCxn id="3" idx="6"/>
          </p:cNvCxnSpPr>
          <p:nvPr/>
        </p:nvCxnSpPr>
        <p:spPr>
          <a:xfrm flipH="1" flipV="1">
            <a:off x="17187033" y="6756431"/>
            <a:ext cx="656246" cy="260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ector recto 1056">
            <a:extLst>
              <a:ext uri="{FF2B5EF4-FFF2-40B4-BE49-F238E27FC236}">
                <a16:creationId xmlns:a16="http://schemas.microsoft.com/office/drawing/2014/main" id="{F762E4E3-146A-298A-488D-B7B54CF0DAD3}"/>
              </a:ext>
            </a:extLst>
          </p:cNvPr>
          <p:cNvCxnSpPr>
            <a:stCxn id="94" idx="2"/>
            <a:endCxn id="2" idx="6"/>
          </p:cNvCxnSpPr>
          <p:nvPr/>
        </p:nvCxnSpPr>
        <p:spPr>
          <a:xfrm flipH="1">
            <a:off x="17187033" y="7016625"/>
            <a:ext cx="656246" cy="20772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 recto 1060">
            <a:extLst>
              <a:ext uri="{FF2B5EF4-FFF2-40B4-BE49-F238E27FC236}">
                <a16:creationId xmlns:a16="http://schemas.microsoft.com/office/drawing/2014/main" id="{50EEABE9-A104-139E-72B5-7392D4F532DA}"/>
              </a:ext>
            </a:extLst>
          </p:cNvPr>
          <p:cNvCxnSpPr>
            <a:stCxn id="40" idx="2"/>
            <a:endCxn id="9" idx="6"/>
          </p:cNvCxnSpPr>
          <p:nvPr/>
        </p:nvCxnSpPr>
        <p:spPr>
          <a:xfrm flipH="1">
            <a:off x="17187033" y="784790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1064">
            <a:extLst>
              <a:ext uri="{FF2B5EF4-FFF2-40B4-BE49-F238E27FC236}">
                <a16:creationId xmlns:a16="http://schemas.microsoft.com/office/drawing/2014/main" id="{D061600C-4CDD-D0AD-0F82-3F0862D17F37}"/>
              </a:ext>
            </a:extLst>
          </p:cNvPr>
          <p:cNvCxnSpPr>
            <a:stCxn id="40" idx="2"/>
            <a:endCxn id="7" idx="6"/>
          </p:cNvCxnSpPr>
          <p:nvPr/>
        </p:nvCxnSpPr>
        <p:spPr>
          <a:xfrm flipH="1" flipV="1">
            <a:off x="17187033" y="5977290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1068">
            <a:extLst>
              <a:ext uri="{FF2B5EF4-FFF2-40B4-BE49-F238E27FC236}">
                <a16:creationId xmlns:a16="http://schemas.microsoft.com/office/drawing/2014/main" id="{588412A5-DD6E-BEBC-10C9-BED3FFEB2F33}"/>
              </a:ext>
            </a:extLst>
          </p:cNvPr>
          <p:cNvCxnSpPr>
            <a:stCxn id="40" idx="2"/>
            <a:endCxn id="3" idx="6"/>
          </p:cNvCxnSpPr>
          <p:nvPr/>
        </p:nvCxnSpPr>
        <p:spPr>
          <a:xfrm flipH="1" flipV="1">
            <a:off x="17187033" y="675643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 recto 1072">
            <a:extLst>
              <a:ext uri="{FF2B5EF4-FFF2-40B4-BE49-F238E27FC236}">
                <a16:creationId xmlns:a16="http://schemas.microsoft.com/office/drawing/2014/main" id="{4B429A12-B471-4C80-3A03-D6C41CBB05C0}"/>
              </a:ext>
            </a:extLst>
          </p:cNvPr>
          <p:cNvCxnSpPr>
            <a:stCxn id="115" idx="2"/>
            <a:endCxn id="16" idx="6"/>
          </p:cNvCxnSpPr>
          <p:nvPr/>
        </p:nvCxnSpPr>
        <p:spPr>
          <a:xfrm flipH="1" flipV="1">
            <a:off x="17187033" y="11431284"/>
            <a:ext cx="656246" cy="11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ector recto 1076">
            <a:extLst>
              <a:ext uri="{FF2B5EF4-FFF2-40B4-BE49-F238E27FC236}">
                <a16:creationId xmlns:a16="http://schemas.microsoft.com/office/drawing/2014/main" id="{A72B4252-2446-FFAF-B909-46D6C23E42A6}"/>
              </a:ext>
            </a:extLst>
          </p:cNvPr>
          <p:cNvCxnSpPr>
            <a:stCxn id="115" idx="2"/>
            <a:endCxn id="23" idx="6"/>
          </p:cNvCxnSpPr>
          <p:nvPr/>
        </p:nvCxnSpPr>
        <p:spPr>
          <a:xfrm flipH="1" flipV="1">
            <a:off x="17187033" y="12210426"/>
            <a:ext cx="656246" cy="346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ector recto 1080">
            <a:extLst>
              <a:ext uri="{FF2B5EF4-FFF2-40B4-BE49-F238E27FC236}">
                <a16:creationId xmlns:a16="http://schemas.microsoft.com/office/drawing/2014/main" id="{AA1E9FE4-35B6-67B8-E3A2-837049D45205}"/>
              </a:ext>
            </a:extLst>
          </p:cNvPr>
          <p:cNvCxnSpPr>
            <a:stCxn id="115" idx="2"/>
            <a:endCxn id="20" idx="6"/>
          </p:cNvCxnSpPr>
          <p:nvPr/>
        </p:nvCxnSpPr>
        <p:spPr>
          <a:xfrm flipH="1">
            <a:off x="17187033" y="12556441"/>
            <a:ext cx="656246" cy="433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1084">
            <a:extLst>
              <a:ext uri="{FF2B5EF4-FFF2-40B4-BE49-F238E27FC236}">
                <a16:creationId xmlns:a16="http://schemas.microsoft.com/office/drawing/2014/main" id="{F81F14A0-0A56-AD60-7B11-0218F64A1ABF}"/>
              </a:ext>
            </a:extLst>
          </p:cNvPr>
          <p:cNvCxnSpPr>
            <a:stCxn id="115" idx="2"/>
            <a:endCxn id="22" idx="6"/>
          </p:cNvCxnSpPr>
          <p:nvPr/>
        </p:nvCxnSpPr>
        <p:spPr>
          <a:xfrm flipH="1">
            <a:off x="17187033" y="12556441"/>
            <a:ext cx="656246" cy="1212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7ADDD9B8-157A-48C0-5FE3-397AF49F17EE}"/>
              </a:ext>
            </a:extLst>
          </p:cNvPr>
          <p:cNvCxnSpPr>
            <a:stCxn id="115" idx="2"/>
            <a:endCxn id="24" idx="6"/>
          </p:cNvCxnSpPr>
          <p:nvPr/>
        </p:nvCxnSpPr>
        <p:spPr>
          <a:xfrm flipH="1">
            <a:off x="17187033" y="12556441"/>
            <a:ext cx="656246" cy="19914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recto 1092">
            <a:extLst>
              <a:ext uri="{FF2B5EF4-FFF2-40B4-BE49-F238E27FC236}">
                <a16:creationId xmlns:a16="http://schemas.microsoft.com/office/drawing/2014/main" id="{10C2D292-4673-3027-CED1-6C5107E14A40}"/>
              </a:ext>
            </a:extLst>
          </p:cNvPr>
          <p:cNvCxnSpPr>
            <a:stCxn id="119" idx="2"/>
            <a:endCxn id="16" idx="6"/>
          </p:cNvCxnSpPr>
          <p:nvPr/>
        </p:nvCxnSpPr>
        <p:spPr>
          <a:xfrm flipH="1" flipV="1">
            <a:off x="17187033" y="11431284"/>
            <a:ext cx="656246" cy="1978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43B1B7B5-9AA2-9BFF-F41C-C363ECE264E1}"/>
              </a:ext>
            </a:extLst>
          </p:cNvPr>
          <p:cNvCxnSpPr>
            <a:stCxn id="119" idx="2"/>
            <a:endCxn id="20" idx="6"/>
          </p:cNvCxnSpPr>
          <p:nvPr/>
        </p:nvCxnSpPr>
        <p:spPr>
          <a:xfrm flipH="1" flipV="1">
            <a:off x="17187033" y="12989568"/>
            <a:ext cx="656246" cy="420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Conector recto 1100">
            <a:extLst>
              <a:ext uri="{FF2B5EF4-FFF2-40B4-BE49-F238E27FC236}">
                <a16:creationId xmlns:a16="http://schemas.microsoft.com/office/drawing/2014/main" id="{75809F20-668F-95BA-5D2C-527CEAF30751}"/>
              </a:ext>
            </a:extLst>
          </p:cNvPr>
          <p:cNvCxnSpPr>
            <a:stCxn id="119" idx="2"/>
            <a:endCxn id="22" idx="6"/>
          </p:cNvCxnSpPr>
          <p:nvPr/>
        </p:nvCxnSpPr>
        <p:spPr>
          <a:xfrm flipH="1">
            <a:off x="17187033" y="13409765"/>
            <a:ext cx="656246" cy="358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17EA8721-A9E0-59E3-B8D1-F6D5B3DC24B8}"/>
              </a:ext>
            </a:extLst>
          </p:cNvPr>
          <p:cNvCxnSpPr>
            <a:stCxn id="119" idx="2"/>
            <a:endCxn id="24" idx="6"/>
          </p:cNvCxnSpPr>
          <p:nvPr/>
        </p:nvCxnSpPr>
        <p:spPr>
          <a:xfrm flipH="1">
            <a:off x="17187033" y="13409765"/>
            <a:ext cx="656246" cy="113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383168B0-244A-C22F-7E55-489D70521D61}"/>
              </a:ext>
            </a:extLst>
          </p:cNvPr>
          <p:cNvCxnSpPr>
            <a:stCxn id="121" idx="2"/>
            <a:endCxn id="23" idx="6"/>
          </p:cNvCxnSpPr>
          <p:nvPr/>
        </p:nvCxnSpPr>
        <p:spPr>
          <a:xfrm flipH="1" flipV="1">
            <a:off x="17325703" y="12315869"/>
            <a:ext cx="517577" cy="1931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60C7068D-4C18-3BF5-EED1-CCA09A8DBCD3}"/>
              </a:ext>
            </a:extLst>
          </p:cNvPr>
          <p:cNvCxnSpPr>
            <a:stCxn id="121" idx="2"/>
            <a:endCxn id="20" idx="6"/>
          </p:cNvCxnSpPr>
          <p:nvPr/>
        </p:nvCxnSpPr>
        <p:spPr>
          <a:xfrm flipH="1" flipV="1">
            <a:off x="17187033" y="12989567"/>
            <a:ext cx="656246" cy="125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Conector recto 1116">
            <a:extLst>
              <a:ext uri="{FF2B5EF4-FFF2-40B4-BE49-F238E27FC236}">
                <a16:creationId xmlns:a16="http://schemas.microsoft.com/office/drawing/2014/main" id="{052C868C-8977-3B6D-5188-71CBE84FE6F0}"/>
              </a:ext>
            </a:extLst>
          </p:cNvPr>
          <p:cNvCxnSpPr>
            <a:stCxn id="121" idx="2"/>
            <a:endCxn id="24" idx="6"/>
          </p:cNvCxnSpPr>
          <p:nvPr/>
        </p:nvCxnSpPr>
        <p:spPr>
          <a:xfrm flipH="1">
            <a:off x="17187033" y="14247815"/>
            <a:ext cx="656246" cy="300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1CA9E050-1E48-4C29-7905-C49330B0348B}"/>
              </a:ext>
            </a:extLst>
          </p:cNvPr>
          <p:cNvSpPr/>
          <p:nvPr/>
        </p:nvSpPr>
        <p:spPr>
          <a:xfrm>
            <a:off x="25961173" y="6331619"/>
            <a:ext cx="6400798" cy="7322984"/>
          </a:xfrm>
          <a:prstGeom prst="roundRect">
            <a:avLst>
              <a:gd name="adj" fmla="val 5953"/>
            </a:avLst>
          </a:prstGeom>
          <a:solidFill>
            <a:srgbClr val="CF7F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46EC18C0-D1F0-A0F8-B4E7-D34A2B175322}"/>
              </a:ext>
            </a:extLst>
          </p:cNvPr>
          <p:cNvSpPr/>
          <p:nvPr/>
        </p:nvSpPr>
        <p:spPr>
          <a:xfrm>
            <a:off x="32674601" y="6342680"/>
            <a:ext cx="6400800" cy="7316594"/>
          </a:xfrm>
          <a:prstGeom prst="roundRect">
            <a:avLst>
              <a:gd name="adj" fmla="val 5953"/>
            </a:avLst>
          </a:prstGeom>
          <a:solidFill>
            <a:srgbClr val="98B8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80FD6002-06BC-1CD3-6AF0-A1AACD100E46}"/>
              </a:ext>
            </a:extLst>
          </p:cNvPr>
          <p:cNvSpPr/>
          <p:nvPr/>
        </p:nvSpPr>
        <p:spPr>
          <a:xfrm>
            <a:off x="26144227" y="6792060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0EC331D6-50B6-061E-0AAD-995B02C584B5}"/>
              </a:ext>
            </a:extLst>
          </p:cNvPr>
          <p:cNvSpPr/>
          <p:nvPr/>
        </p:nvSpPr>
        <p:spPr>
          <a:xfrm>
            <a:off x="29242450" y="6792060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C4220824-702C-9A3F-C937-43AC6B9FE9B8}"/>
              </a:ext>
            </a:extLst>
          </p:cNvPr>
          <p:cNvSpPr/>
          <p:nvPr/>
        </p:nvSpPr>
        <p:spPr>
          <a:xfrm>
            <a:off x="32875795" y="6826633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892D30A0-3E6A-2B37-44E8-0FAA6B60F1F3}"/>
              </a:ext>
            </a:extLst>
          </p:cNvPr>
          <p:cNvSpPr/>
          <p:nvPr/>
        </p:nvSpPr>
        <p:spPr>
          <a:xfrm>
            <a:off x="35974018" y="6826633"/>
            <a:ext cx="2915170" cy="6369768"/>
          </a:xfrm>
          <a:prstGeom prst="roundRect">
            <a:avLst>
              <a:gd name="adj" fmla="val 5953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3" name="Picture 2" descr="Output image">
            <a:extLst>
              <a:ext uri="{FF2B5EF4-FFF2-40B4-BE49-F238E27FC236}">
                <a16:creationId xmlns:a16="http://schemas.microsoft.com/office/drawing/2014/main" id="{26324F79-1160-4D04-568A-E7EEF93EA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6634275" y="7416702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Output image">
            <a:extLst>
              <a:ext uri="{FF2B5EF4-FFF2-40B4-BE49-F238E27FC236}">
                <a16:creationId xmlns:a16="http://schemas.microsoft.com/office/drawing/2014/main" id="{C940548E-C252-293C-14E7-D8B753E6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4275" y="10552992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Output image">
            <a:extLst>
              <a:ext uri="{FF2B5EF4-FFF2-40B4-BE49-F238E27FC236}">
                <a16:creationId xmlns:a16="http://schemas.microsoft.com/office/drawing/2014/main" id="{54531786-F578-63A8-3DDC-31AE693218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9732498" y="10462713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Output image">
            <a:extLst>
              <a:ext uri="{FF2B5EF4-FFF2-40B4-BE49-F238E27FC236}">
                <a16:creationId xmlns:a16="http://schemas.microsoft.com/office/drawing/2014/main" id="{C5CBB7C5-1299-FFE6-924A-7FFD597F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8128" y="7416702"/>
            <a:ext cx="193507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CuadroTexto 67">
            <a:extLst>
              <a:ext uri="{FF2B5EF4-FFF2-40B4-BE49-F238E27FC236}">
                <a16:creationId xmlns:a16="http://schemas.microsoft.com/office/drawing/2014/main" id="{13273D17-30FB-E506-A893-0C81A2536C9E}"/>
              </a:ext>
            </a:extLst>
          </p:cNvPr>
          <p:cNvSpPr txBox="1"/>
          <p:nvPr/>
        </p:nvSpPr>
        <p:spPr>
          <a:xfrm>
            <a:off x="27550942" y="7299810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82BF3193-276D-0288-1B23-AD8D09A6134F}"/>
                  </a:ext>
                </a:extLst>
              </p:cNvPr>
              <p:cNvSpPr txBox="1"/>
              <p:nvPr/>
            </p:nvSpPr>
            <p:spPr>
              <a:xfrm>
                <a:off x="27459721" y="10459035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82BF3193-276D-0288-1B23-AD8D09A6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9721" y="10459035"/>
                <a:ext cx="1645593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CuadroTexto 75">
            <a:extLst>
              <a:ext uri="{FF2B5EF4-FFF2-40B4-BE49-F238E27FC236}">
                <a16:creationId xmlns:a16="http://schemas.microsoft.com/office/drawing/2014/main" id="{DF092D5B-B0BA-4FF7-C42A-689A9F3E4380}"/>
              </a:ext>
            </a:extLst>
          </p:cNvPr>
          <p:cNvSpPr txBox="1"/>
          <p:nvPr/>
        </p:nvSpPr>
        <p:spPr>
          <a:xfrm>
            <a:off x="30649165" y="7167676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E34A38D9-BD79-929A-10B6-EAF1816C4C12}"/>
                  </a:ext>
                </a:extLst>
              </p:cNvPr>
              <p:cNvSpPr txBox="1"/>
              <p:nvPr/>
            </p:nvSpPr>
            <p:spPr>
              <a:xfrm>
                <a:off x="30670433" y="10352881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E34A38D9-BD79-929A-10B6-EAF1816C4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0433" y="10352881"/>
                <a:ext cx="164559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Flecha: a la derecha 78">
            <a:extLst>
              <a:ext uri="{FF2B5EF4-FFF2-40B4-BE49-F238E27FC236}">
                <a16:creationId xmlns:a16="http://schemas.microsoft.com/office/drawing/2014/main" id="{288CC388-26F9-2500-E280-58F350043430}"/>
              </a:ext>
            </a:extLst>
          </p:cNvPr>
          <p:cNvSpPr/>
          <p:nvPr/>
        </p:nvSpPr>
        <p:spPr>
          <a:xfrm>
            <a:off x="28660187" y="13354019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echa: a la derecha 79">
            <a:extLst>
              <a:ext uri="{FF2B5EF4-FFF2-40B4-BE49-F238E27FC236}">
                <a16:creationId xmlns:a16="http://schemas.microsoft.com/office/drawing/2014/main" id="{D63F5AA3-4672-047E-7B91-B3D1AF523D78}"/>
              </a:ext>
            </a:extLst>
          </p:cNvPr>
          <p:cNvSpPr/>
          <p:nvPr/>
        </p:nvSpPr>
        <p:spPr>
          <a:xfrm>
            <a:off x="35429875" y="13315652"/>
            <a:ext cx="890252" cy="575059"/>
          </a:xfrm>
          <a:prstGeom prst="rightArrow">
            <a:avLst/>
          </a:prstGeom>
          <a:solidFill>
            <a:srgbClr val="E6E6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6" descr="Output image">
            <a:extLst>
              <a:ext uri="{FF2B5EF4-FFF2-40B4-BE49-F238E27FC236}">
                <a16:creationId xmlns:a16="http://schemas.microsoft.com/office/drawing/2014/main" id="{608D96E2-9E3C-E3D8-41B0-4BED3E01A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24"/>
          <a:stretch/>
        </p:blipFill>
        <p:spPr bwMode="auto">
          <a:xfrm>
            <a:off x="33382672" y="10468344"/>
            <a:ext cx="1965594" cy="18146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8" descr="Output image">
            <a:extLst>
              <a:ext uri="{FF2B5EF4-FFF2-40B4-BE49-F238E27FC236}">
                <a16:creationId xmlns:a16="http://schemas.microsoft.com/office/drawing/2014/main" id="{09EE36F9-8E59-4500-B8BD-30FFA715A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3382673" y="7416702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" descr="Output image">
            <a:extLst>
              <a:ext uri="{FF2B5EF4-FFF2-40B4-BE49-F238E27FC236}">
                <a16:creationId xmlns:a16="http://schemas.microsoft.com/office/drawing/2014/main" id="{D055ABFD-703F-C6B1-56CB-D33EF7741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6448806" y="7416702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8" descr="Output image">
            <a:extLst>
              <a:ext uri="{FF2B5EF4-FFF2-40B4-BE49-F238E27FC236}">
                <a16:creationId xmlns:a16="http://schemas.microsoft.com/office/drawing/2014/main" id="{23747EF6-3A4D-4AC6-4A55-7D58AA498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0" t="16158" r="1659" b="10121"/>
          <a:stretch/>
        </p:blipFill>
        <p:spPr bwMode="auto">
          <a:xfrm>
            <a:off x="36448806" y="10552992"/>
            <a:ext cx="1965594" cy="18381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86">
            <a:extLst>
              <a:ext uri="{FF2B5EF4-FFF2-40B4-BE49-F238E27FC236}">
                <a16:creationId xmlns:a16="http://schemas.microsoft.com/office/drawing/2014/main" id="{CEE8A15E-7126-C2B4-A604-E207B219A8C3}"/>
              </a:ext>
            </a:extLst>
          </p:cNvPr>
          <p:cNvSpPr txBox="1"/>
          <p:nvPr/>
        </p:nvSpPr>
        <p:spPr>
          <a:xfrm>
            <a:off x="32960485" y="8423818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122E3F19-4186-1C17-19F2-E084EAD1E477}"/>
              </a:ext>
            </a:extLst>
          </p:cNvPr>
          <p:cNvSpPr txBox="1"/>
          <p:nvPr/>
        </p:nvSpPr>
        <p:spPr>
          <a:xfrm>
            <a:off x="36039118" y="11365430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000C11C-9967-FCF3-F026-C946B524473D}"/>
              </a:ext>
            </a:extLst>
          </p:cNvPr>
          <p:cNvSpPr txBox="1"/>
          <p:nvPr/>
        </p:nvSpPr>
        <p:spPr>
          <a:xfrm>
            <a:off x="36039118" y="8423818"/>
            <a:ext cx="1645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F9545236-8669-FBD6-CF6F-265F5F1BB6FA}"/>
                  </a:ext>
                </a:extLst>
              </p:cNvPr>
              <p:cNvSpPr txBox="1"/>
              <p:nvPr/>
            </p:nvSpPr>
            <p:spPr>
              <a:xfrm>
                <a:off x="33147874" y="11365430"/>
                <a:ext cx="16455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F9545236-8669-FBD6-CF6F-265F5F1BB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874" y="11365430"/>
                <a:ext cx="1645593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CuadroTexto 94">
            <a:extLst>
              <a:ext uri="{FF2B5EF4-FFF2-40B4-BE49-F238E27FC236}">
                <a16:creationId xmlns:a16="http://schemas.microsoft.com/office/drawing/2014/main" id="{4A0684A2-E688-E962-3A04-4DA506ED2376}"/>
              </a:ext>
            </a:extLst>
          </p:cNvPr>
          <p:cNvSpPr txBox="1"/>
          <p:nvPr/>
        </p:nvSpPr>
        <p:spPr>
          <a:xfrm>
            <a:off x="23686294" y="815610"/>
            <a:ext cx="1164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Pérdida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dinámicamente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64DB13EB-8C1D-2429-4B9E-AF1F4029CEB2}"/>
              </a:ext>
            </a:extLst>
          </p:cNvPr>
          <p:cNvSpPr txBox="1"/>
          <p:nvPr/>
        </p:nvSpPr>
        <p:spPr>
          <a:xfrm>
            <a:off x="13457736" y="1038836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Sinkhorn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dinámico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9608E7D6-7215-2963-B1C7-5F1EC62C6F1B}"/>
              </a:ext>
            </a:extLst>
          </p:cNvPr>
          <p:cNvCxnSpPr>
            <a:cxnSpLocks/>
          </p:cNvCxnSpPr>
          <p:nvPr/>
        </p:nvCxnSpPr>
        <p:spPr>
          <a:xfrm>
            <a:off x="18665037" y="1014162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183F00D-A7A1-148A-F324-5FE89BD19279}"/>
              </a:ext>
            </a:extLst>
          </p:cNvPr>
          <p:cNvSpPr txBox="1"/>
          <p:nvPr/>
        </p:nvSpPr>
        <p:spPr>
          <a:xfrm>
            <a:off x="18724133" y="922409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8866B4AF-7BF3-09E3-68B0-9B4BB90088EE}"/>
              </a:ext>
            </a:extLst>
          </p:cNvPr>
          <p:cNvCxnSpPr>
            <a:cxnSpLocks/>
          </p:cNvCxnSpPr>
          <p:nvPr/>
        </p:nvCxnSpPr>
        <p:spPr>
          <a:xfrm flipV="1">
            <a:off x="16879402" y="4646344"/>
            <a:ext cx="0" cy="8470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4C60412B-53B5-6D43-662C-B1B3B7E83D23}"/>
              </a:ext>
            </a:extLst>
          </p:cNvPr>
          <p:cNvSpPr txBox="1"/>
          <p:nvPr/>
        </p:nvSpPr>
        <p:spPr>
          <a:xfrm>
            <a:off x="17166855" y="4583353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39C8EE8D-B8F0-9F8E-7CE5-01B7DD126690}"/>
              </a:ext>
            </a:extLst>
          </p:cNvPr>
          <p:cNvCxnSpPr>
            <a:cxnSpLocks/>
          </p:cNvCxnSpPr>
          <p:nvPr/>
        </p:nvCxnSpPr>
        <p:spPr>
          <a:xfrm flipV="1">
            <a:off x="20316257" y="3284914"/>
            <a:ext cx="3341352" cy="7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2" descr="Output image">
            <a:extLst>
              <a:ext uri="{FF2B5EF4-FFF2-40B4-BE49-F238E27FC236}">
                <a16:creationId xmlns:a16="http://schemas.microsoft.com/office/drawing/2014/main" id="{6ADA5004-C6C6-A909-5B34-F42FF111F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842733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2D10751A-0866-F1A7-7706-057C1ADBC728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21983346" y="3292202"/>
            <a:ext cx="1" cy="51351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CuadroTexto 1025">
            <a:extLst>
              <a:ext uri="{FF2B5EF4-FFF2-40B4-BE49-F238E27FC236}">
                <a16:creationId xmlns:a16="http://schemas.microsoft.com/office/drawing/2014/main" id="{B56D21D0-B8A2-2F05-6966-356E9BBED5F3}"/>
              </a:ext>
            </a:extLst>
          </p:cNvPr>
          <p:cNvSpPr txBox="1"/>
          <p:nvPr/>
        </p:nvSpPr>
        <p:spPr>
          <a:xfrm>
            <a:off x="25739261" y="16084682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Precisión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dominio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8" name="CuadroTexto 1027">
            <a:extLst>
              <a:ext uri="{FF2B5EF4-FFF2-40B4-BE49-F238E27FC236}">
                <a16:creationId xmlns:a16="http://schemas.microsoft.com/office/drawing/2014/main" id="{E9A199AC-2B90-9A61-637E-7694765F0C39}"/>
              </a:ext>
            </a:extLst>
          </p:cNvPr>
          <p:cNvSpPr txBox="1"/>
          <p:nvPr/>
        </p:nvSpPr>
        <p:spPr>
          <a:xfrm>
            <a:off x="32456550" y="16084681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Alineación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dominios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831BF178-F3A9-CB21-7847-724B2D4C07AB}"/>
                  </a:ext>
                </a:extLst>
              </p:cNvPr>
              <p:cNvSpPr txBox="1"/>
              <p:nvPr/>
            </p:nvSpPr>
            <p:spPr>
              <a:xfrm>
                <a:off x="13680577" y="2663947"/>
                <a:ext cx="6412838" cy="1093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  <m:sSub>
                        <m:sSubPr>
                          <m:ctrlP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MX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s-MX" sz="5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s-MX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831BF178-F3A9-CB21-7847-724B2D4C0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0577" y="2663947"/>
                <a:ext cx="6412838" cy="10933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44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CD26-5BD0-674B-15DF-9A633F8E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182006FC-C1B3-A4CE-D9FB-40B2809A2E26}"/>
              </a:ext>
            </a:extLst>
          </p:cNvPr>
          <p:cNvSpPr/>
          <p:nvPr/>
        </p:nvSpPr>
        <p:spPr>
          <a:xfrm>
            <a:off x="7662054" y="4839937"/>
            <a:ext cx="12654204" cy="2928710"/>
          </a:xfrm>
          <a:prstGeom prst="roundRect">
            <a:avLst>
              <a:gd name="adj" fmla="val 5953"/>
            </a:avLst>
          </a:prstGeom>
          <a:solidFill>
            <a:srgbClr val="E0DDFF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E9A73616-E9CA-F631-3D2E-13988E9B0A97}"/>
              </a:ext>
            </a:extLst>
          </p:cNvPr>
          <p:cNvSpPr/>
          <p:nvPr/>
        </p:nvSpPr>
        <p:spPr>
          <a:xfrm>
            <a:off x="23686294" y="5272670"/>
            <a:ext cx="9297421" cy="2831744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F8FDED98-B1CB-A62A-FFB5-119EF3039E4A}"/>
              </a:ext>
            </a:extLst>
          </p:cNvPr>
          <p:cNvSpPr/>
          <p:nvPr/>
        </p:nvSpPr>
        <p:spPr>
          <a:xfrm>
            <a:off x="7982451" y="8692240"/>
            <a:ext cx="2771274" cy="8839200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3915E2DA-A936-EB66-3E69-11A7D0736D58}"/>
              </a:ext>
            </a:extLst>
          </p:cNvPr>
          <p:cNvSpPr/>
          <p:nvPr/>
        </p:nvSpPr>
        <p:spPr>
          <a:xfrm>
            <a:off x="10033451" y="9452846"/>
            <a:ext cx="2293905" cy="7316594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FF7C4801-B20E-5FAE-8107-761B5172F53D}"/>
              </a:ext>
            </a:extLst>
          </p:cNvPr>
          <p:cNvSpPr/>
          <p:nvPr/>
        </p:nvSpPr>
        <p:spPr>
          <a:xfrm>
            <a:off x="11607080" y="10652085"/>
            <a:ext cx="1541932" cy="4918116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C5C8EB4-B88A-96EF-6D4A-FCAC13A7DC7C}"/>
              </a:ext>
            </a:extLst>
          </p:cNvPr>
          <p:cNvSpPr/>
          <p:nvPr/>
        </p:nvSpPr>
        <p:spPr>
          <a:xfrm>
            <a:off x="2587040" y="810441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B0EA84-3D9F-E7E7-5A71-32FEBC8F8E86}"/>
              </a:ext>
            </a:extLst>
          </p:cNvPr>
          <p:cNvSpPr/>
          <p:nvPr/>
        </p:nvSpPr>
        <p:spPr>
          <a:xfrm>
            <a:off x="2587040" y="1551158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278A781E-291A-1466-C9F2-6BBD0BA0874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987955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119BE173-ACB3-7714-7146-19856904375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373644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33D87E4-AEB6-3924-FCA3-5AE95791DE46}"/>
                  </a:ext>
                </a:extLst>
              </p:cNvPr>
              <p:cNvSpPr txBox="1"/>
              <p:nvPr/>
            </p:nvSpPr>
            <p:spPr>
              <a:xfrm>
                <a:off x="1720692" y="5175117"/>
                <a:ext cx="548410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de origen (señales EEG reales)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s-MX" sz="4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33D87E4-AEB6-3924-FCA3-5AE95791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92" y="5175117"/>
                <a:ext cx="5484105" cy="2308324"/>
              </a:xfrm>
              <a:prstGeom prst="rect">
                <a:avLst/>
              </a:prstGeom>
              <a:blipFill>
                <a:blip r:embed="rId2"/>
                <a:stretch>
                  <a:fillRect l="-2889" t="-5805" r="-2889" b="-13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3FF54BB-4434-FF4D-6A93-6DDC5A1F8428}"/>
                  </a:ext>
                </a:extLst>
              </p:cNvPr>
              <p:cNvSpPr txBox="1"/>
              <p:nvPr/>
            </p:nvSpPr>
            <p:spPr>
              <a:xfrm>
                <a:off x="2001198" y="12156647"/>
                <a:ext cx="4860281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objetivo (señales EEG </a:t>
                </a:r>
                <a:r>
                  <a:rPr lang="es-MX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semisimuladas</a:t>
                </a:r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3FF54BB-4434-FF4D-6A93-6DDC5A1F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98" y="12156647"/>
                <a:ext cx="4860281" cy="3046988"/>
              </a:xfrm>
              <a:prstGeom prst="rect">
                <a:avLst/>
              </a:prstGeom>
              <a:blipFill>
                <a:blip r:embed="rId3"/>
                <a:stretch>
                  <a:fillRect l="-2005" t="-4400" r="-5138" b="-9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1AB88D2-0A63-F57C-EE69-2377A754E7E6}"/>
                  </a:ext>
                </a:extLst>
              </p:cNvPr>
              <p:cNvSpPr txBox="1"/>
              <p:nvPr/>
            </p:nvSpPr>
            <p:spPr>
              <a:xfrm>
                <a:off x="23987297" y="5698518"/>
                <a:ext cx="899641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540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b="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1AB88D2-0A63-F57C-EE69-2377A754E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7297" y="5698518"/>
                <a:ext cx="8996418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382C025-D44A-0D93-5929-A33AEAFA8625}"/>
              </a:ext>
            </a:extLst>
          </p:cNvPr>
          <p:cNvCxnSpPr/>
          <p:nvPr/>
        </p:nvCxnSpPr>
        <p:spPr>
          <a:xfrm>
            <a:off x="13149012" y="1353796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D3108A37-2A2C-04EB-FD47-F9AF343AEE8F}"/>
              </a:ext>
            </a:extLst>
          </p:cNvPr>
          <p:cNvSpPr/>
          <p:nvPr/>
        </p:nvSpPr>
        <p:spPr>
          <a:xfrm>
            <a:off x="16586961" y="1219016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59B57C9-4E12-A293-2A73-00BA66D739AB}"/>
              </a:ext>
            </a:extLst>
          </p:cNvPr>
          <p:cNvSpPr/>
          <p:nvPr/>
        </p:nvSpPr>
        <p:spPr>
          <a:xfrm>
            <a:off x="16586961" y="985273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733BC09-4FB7-BA6D-6063-63D963B26E4D}"/>
              </a:ext>
            </a:extLst>
          </p:cNvPr>
          <p:cNvSpPr/>
          <p:nvPr/>
        </p:nvSpPr>
        <p:spPr>
          <a:xfrm>
            <a:off x="16586961" y="1063187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345F693-D268-2C80-E644-F7BA6AD1F0BF}"/>
              </a:ext>
            </a:extLst>
          </p:cNvPr>
          <p:cNvSpPr/>
          <p:nvPr/>
        </p:nvSpPr>
        <p:spPr>
          <a:xfrm>
            <a:off x="16586961" y="907359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5C88918-928E-2958-B7B2-9B87DC6F290F}"/>
              </a:ext>
            </a:extLst>
          </p:cNvPr>
          <p:cNvSpPr/>
          <p:nvPr/>
        </p:nvSpPr>
        <p:spPr>
          <a:xfrm>
            <a:off x="16586961" y="1296930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54824F9-634A-5662-2700-9862200C2BF8}"/>
              </a:ext>
            </a:extLst>
          </p:cNvPr>
          <p:cNvSpPr/>
          <p:nvPr/>
        </p:nvSpPr>
        <p:spPr>
          <a:xfrm>
            <a:off x="16586961" y="1452758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57AF18B-3B52-8E6E-60D6-4E329530B297}"/>
              </a:ext>
            </a:extLst>
          </p:cNvPr>
          <p:cNvSpPr/>
          <p:nvPr/>
        </p:nvSpPr>
        <p:spPr>
          <a:xfrm>
            <a:off x="16586961" y="1374844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6A93BE5-6CDC-4833-6BD6-4266060A2BE4}"/>
              </a:ext>
            </a:extLst>
          </p:cNvPr>
          <p:cNvSpPr/>
          <p:nvPr/>
        </p:nvSpPr>
        <p:spPr>
          <a:xfrm>
            <a:off x="16586961" y="114110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04D3568-B612-0B2B-3A5D-D45463BB264F}"/>
              </a:ext>
            </a:extLst>
          </p:cNvPr>
          <p:cNvSpPr/>
          <p:nvPr/>
        </p:nvSpPr>
        <p:spPr>
          <a:xfrm>
            <a:off x="16586961" y="1608587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976C438-D6C0-F8CE-C0C3-A9F37A79B2CB}"/>
              </a:ext>
            </a:extLst>
          </p:cNvPr>
          <p:cNvSpPr/>
          <p:nvPr/>
        </p:nvSpPr>
        <p:spPr>
          <a:xfrm>
            <a:off x="16586961" y="1686501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CDCC4A2-8612-9423-4A90-4A561DF1B84E}"/>
              </a:ext>
            </a:extLst>
          </p:cNvPr>
          <p:cNvSpPr/>
          <p:nvPr/>
        </p:nvSpPr>
        <p:spPr>
          <a:xfrm>
            <a:off x="16586961" y="153067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9DC3D0B-CF40-2579-487B-01578460F781}"/>
              </a:ext>
            </a:extLst>
          </p:cNvPr>
          <p:cNvSpPr/>
          <p:nvPr/>
        </p:nvSpPr>
        <p:spPr>
          <a:xfrm>
            <a:off x="16586961" y="1764415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EA00B02-E45D-39E0-8FD3-558CFF344470}"/>
              </a:ext>
            </a:extLst>
          </p:cNvPr>
          <p:cNvSpPr/>
          <p:nvPr/>
        </p:nvSpPr>
        <p:spPr>
          <a:xfrm>
            <a:off x="17843279" y="1483991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EC799989-C038-C5CF-DD9C-FD1A8744FFF4}"/>
              </a:ext>
            </a:extLst>
          </p:cNvPr>
          <p:cNvSpPr/>
          <p:nvPr/>
        </p:nvSpPr>
        <p:spPr>
          <a:xfrm>
            <a:off x="17843279" y="1250249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E57921FE-C023-0920-CCA7-FE4312A303BC}"/>
              </a:ext>
            </a:extLst>
          </p:cNvPr>
          <p:cNvSpPr/>
          <p:nvPr/>
        </p:nvSpPr>
        <p:spPr>
          <a:xfrm>
            <a:off x="17843279" y="1328163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F2008D94-11DA-99E9-ECD5-E728C8B29ABA}"/>
              </a:ext>
            </a:extLst>
          </p:cNvPr>
          <p:cNvSpPr/>
          <p:nvPr/>
        </p:nvSpPr>
        <p:spPr>
          <a:xfrm>
            <a:off x="17843279" y="1172334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88D50AA5-E09E-1E3B-27EA-ECA3A58CE27E}"/>
              </a:ext>
            </a:extLst>
          </p:cNvPr>
          <p:cNvSpPr/>
          <p:nvPr/>
        </p:nvSpPr>
        <p:spPr>
          <a:xfrm>
            <a:off x="17843279" y="1406077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2D92F941-2A57-97DD-EA42-195097EE99FD}"/>
              </a:ext>
            </a:extLst>
          </p:cNvPr>
          <p:cNvSpPr/>
          <p:nvPr/>
        </p:nvSpPr>
        <p:spPr>
          <a:xfrm>
            <a:off x="15330643" y="1169751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3D42270A-F7C6-3997-4761-904C1865487E}"/>
              </a:ext>
            </a:extLst>
          </p:cNvPr>
          <p:cNvSpPr/>
          <p:nvPr/>
        </p:nvSpPr>
        <p:spPr>
          <a:xfrm>
            <a:off x="15330643" y="1013922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0F5FEDC3-A8B7-9593-79B0-6E566547B47E}"/>
              </a:ext>
            </a:extLst>
          </p:cNvPr>
          <p:cNvSpPr/>
          <p:nvPr/>
        </p:nvSpPr>
        <p:spPr>
          <a:xfrm>
            <a:off x="15330643" y="1247665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40A889CA-8FCC-63CD-4BFE-8F2CECCBA367}"/>
              </a:ext>
            </a:extLst>
          </p:cNvPr>
          <p:cNvSpPr/>
          <p:nvPr/>
        </p:nvSpPr>
        <p:spPr>
          <a:xfrm>
            <a:off x="15330643" y="1403493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0B62BC0-3FB3-AD44-9C0A-7876B4780987}"/>
              </a:ext>
            </a:extLst>
          </p:cNvPr>
          <p:cNvSpPr/>
          <p:nvPr/>
        </p:nvSpPr>
        <p:spPr>
          <a:xfrm>
            <a:off x="15330643" y="1325579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6168C722-0261-F9C7-B11D-8C15E0FB2906}"/>
              </a:ext>
            </a:extLst>
          </p:cNvPr>
          <p:cNvSpPr/>
          <p:nvPr/>
        </p:nvSpPr>
        <p:spPr>
          <a:xfrm>
            <a:off x="15330643" y="109183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2895DB66-BE47-8F8C-C3B9-8BC754B7CF59}"/>
              </a:ext>
            </a:extLst>
          </p:cNvPr>
          <p:cNvSpPr/>
          <p:nvPr/>
        </p:nvSpPr>
        <p:spPr>
          <a:xfrm>
            <a:off x="15330643" y="1559322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EF92A13E-0C43-9B5A-0EB8-802120946985}"/>
              </a:ext>
            </a:extLst>
          </p:cNvPr>
          <p:cNvSpPr/>
          <p:nvPr/>
        </p:nvSpPr>
        <p:spPr>
          <a:xfrm>
            <a:off x="15330643" y="1637236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DBDC58C1-77E8-8DB1-CB87-4B0032EB18EC}"/>
              </a:ext>
            </a:extLst>
          </p:cNvPr>
          <p:cNvSpPr/>
          <p:nvPr/>
        </p:nvSpPr>
        <p:spPr>
          <a:xfrm>
            <a:off x="15330643" y="1481407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1153B421-95FA-1F04-E4E2-1DAA1B8D033C}"/>
              </a:ext>
            </a:extLst>
          </p:cNvPr>
          <p:cNvSpPr txBox="1"/>
          <p:nvPr/>
        </p:nvSpPr>
        <p:spPr>
          <a:xfrm>
            <a:off x="19565668" y="20883428"/>
            <a:ext cx="5795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D756C76-922E-553B-9F1E-9A77BC680CAE}"/>
              </a:ext>
            </a:extLst>
          </p:cNvPr>
          <p:cNvSpPr txBox="1"/>
          <p:nvPr/>
        </p:nvSpPr>
        <p:spPr>
          <a:xfrm>
            <a:off x="2379090" y="20883430"/>
            <a:ext cx="4659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16D206AB-87EC-8D9A-6CD4-A49EB263113C}"/>
              </a:ext>
            </a:extLst>
          </p:cNvPr>
          <p:cNvSpPr txBox="1"/>
          <p:nvPr/>
        </p:nvSpPr>
        <p:spPr>
          <a:xfrm>
            <a:off x="7662053" y="20883429"/>
            <a:ext cx="5795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Estimador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RestNet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8740EDD-A00C-121D-711F-E42EF66EBDCE}"/>
              </a:ext>
            </a:extLst>
          </p:cNvPr>
          <p:cNvSpPr txBox="1"/>
          <p:nvPr/>
        </p:nvSpPr>
        <p:spPr>
          <a:xfrm>
            <a:off x="14081561" y="20888186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B711481D-DAA4-4296-E1B1-DF48DA27801E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937363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2C4D118D-9498-F7E2-CD8E-F29B9E504C3E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1015277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BDEF5D44-9E05-4F56-6A54-CF67D2200EBF}"/>
              </a:ext>
            </a:extLst>
          </p:cNvPr>
          <p:cNvCxnSpPr>
            <a:stCxn id="49" idx="6"/>
          </p:cNvCxnSpPr>
          <p:nvPr/>
        </p:nvCxnSpPr>
        <p:spPr>
          <a:xfrm>
            <a:off x="15930715" y="1043926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F178D193-6127-D58F-1EFF-AD3A6C85F1B5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1043926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42DF50B3-0BB6-3D4F-9459-F629D95803EC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1043926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5BFC81BC-88C6-C9C6-1FF5-73AB0454476C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1043926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B20D4BF6-08D0-8E1A-4622-32C33B3760F0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937363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D6CD81AA-0455-3BF0-325D-C86F4B6314B7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1015277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E4C40F11-66B3-AF15-B2D3-515DC3F97623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1093191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8923EE4-A30A-590A-CD6C-12593F5729D8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1093191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44068C5-E4BE-D8CB-97B7-B86063549F54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1171105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605B2BA-A3F1-C4A5-14FB-EDE2D6E2AA16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1199754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0E883B4-C4B5-8694-390E-CE3797EA0A1D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1199754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8DAAB9DB-8DE7-02D6-5633-F21C9681BC37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1199754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50F8DD7C-83E0-6D14-E406-CDD26F294E8B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1199754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86C59D4F-7F47-74BA-C970-6CC295CFBE69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1015277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51F56EC-B8C6-294B-A172-037C5C767313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1171105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244A753-554C-6E21-7500-991F2A04B94A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1249019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28DE8495-4186-AAA9-56D7-BB545A3443D1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1277668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CB671E5F-9BB0-5AED-7618-15917BB83F50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1277668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1179061E-05CE-F986-0587-9D89C7A74831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1277668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422301C-AA85-FE3A-EFD0-004E961B0297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1277668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8B047903-4CA7-1F3F-6A2B-9E95AB1406FD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1277668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BA687A1-F03B-D152-CA94-D43544901825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1171105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BB9FD20C-C488-F108-BDE5-B6394805C3B3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1249019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D28F6A37-3A16-0FCE-2BBA-B457BC955051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1326934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95ED31B6-FECA-519B-D32D-9046DC4699A7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355583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CC0165A8-3C09-D833-A28A-C27E7E753740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355583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284DB48E-1068-2744-4728-90D0F927B8F4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355583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51F4C81D-C188-323D-77FD-1AF39297FF4D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355583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B11DD1C7-0B96-9911-FFCA-136B88EF79A3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1249019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54234C4A-2385-4979-A1BE-8E54BB62D641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1326934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3206DA9C-2EC9-D66A-E078-4E8D465F24AA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404848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ACF2A1EF-BBE6-468F-0FBE-5C9811F0143F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433497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5830F019-6A2E-7FE2-2FC3-BB87AEC586F2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433497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81A86145-5C7B-5648-C72A-685B44446432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433497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F91038F2-806E-88D0-8FF8-69A699BD2BCF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433497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A6AD9C0C-DE2D-E905-F8FC-4D8D6A4ED6E6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1326934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1A7E96FD-567D-542F-AA09-676E2228C6E2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482762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9D9C6A30-1FA2-5051-27DE-17AA42CD2B78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511411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0A9584E8-5A43-8643-766B-0B9E654552C6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511411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C33992E5-6EA5-4526-1EC8-3AD3B9B09A56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511411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238F9BD8-A33C-7CE7-4B9B-B82539D59298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404848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B96E13B8-F9AE-F971-ABDA-F9C8E56D2634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482762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99AECE88-675C-CF37-A1D2-810144657E9B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560676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F330CE3F-5E6B-6CC3-DFB8-01BD749B6CC0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589325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CFACFB85-F736-1625-3343-2444DB9D8709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589325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F41B10CF-03A6-25ED-8892-D2C7BD9478F8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589325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C0FCA3CF-CC61-6D07-0AD4-FA6E118E06C1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404848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8A753207-6A16-9BB2-51E3-FA5B73BE6557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482762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35DACBAC-41AD-8EE4-9F2B-19E03FCB096F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560676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89C834C7-4A37-30D8-DC3C-2D10EC7ED844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638590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645EB08D-1469-8851-2E3A-3936FA046005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667239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85D15F7B-C291-0ECD-E00E-84F724E9F9A2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937363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E31190A8-45E2-C235-0414-2B9D4687A042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4E70DCD7-B7AF-F1A3-1904-7892FC386DCC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8A41D266-B139-5C29-5883-1B8FEEAA927A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1093191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488AF2B3-5D98-BD1B-638D-074E95001082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1171105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3C964E2F-D282-6598-E842-FC234C2476CD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1202338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B55C8E48-1D52-B51B-0020-E40CA982E600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1202338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552C5923-1F22-C33F-1011-254575E38921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1202338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234361E0-4C96-7C51-4032-185D536E16A9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1202338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5FDEE6D9-CD45-04B4-756C-BE723DC0ACB8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1015277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A8A98C19-BC17-CBB1-67A7-4B61C67FE3CB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1093191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66981A74-2FBC-F208-B16F-257A72D59BCB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1171105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2CE4F62D-DC4F-7187-41E0-1C7A3D2E3CCB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1249019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9A848256-5BD4-7F59-DEE8-4826FD033BBD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1280252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81053994-63BC-9FC6-69A9-F996520AFBDA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1280252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FF4B2A2F-5905-3C68-45CF-D819D1F6C31A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1280252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5B00B331-16ED-2842-E69A-B7C783D55923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1280252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2D7D97BC-BF79-525D-86E2-94E2C6BA3B09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1280252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48D0F487-4B5B-3AC9-C335-2EA01FA22467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1093191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D8D33645-FE73-6BD7-F285-AAEA54A7F969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1171105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73172690-B683-41FF-7B85-0D377B6FE1DE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1249019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34D76A82-7291-44D7-A44F-B865A914518B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1326934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5F4A08C2-F86A-F182-0093-31BFFA0AE758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358166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F13DD1BE-855D-F706-F78E-0FCA18282920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358166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21918838-E4E9-E9E2-2B8E-97086F8CA181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358166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757B7147-D37D-600D-1374-B486C89906EA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358166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2CC3BD82-DCF3-93A8-FE11-EAE9A1AFDECB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358166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85D5DA86-6617-55FB-376F-B1581BB00367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1249019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4FEA0C4B-8ECE-1988-C075-3E0F65FC6A55}"/>
              </a:ext>
            </a:extLst>
          </p:cNvPr>
          <p:cNvCxnSpPr>
            <a:stCxn id="38" idx="2"/>
            <a:endCxn id="9" idx="6"/>
          </p:cNvCxnSpPr>
          <p:nvPr/>
        </p:nvCxnSpPr>
        <p:spPr>
          <a:xfrm flipH="1" flipV="1">
            <a:off x="17187033" y="1326934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D7ECA15C-350B-4A73-B408-C4588478E45A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404848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0604A1B7-9FD8-1A3D-7258-11D0F29530BA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436081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0948D9DB-C128-F767-0901-CAA4B6C2F5AB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436081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3D1BF3A9-81F4-EBB5-CF0A-735B13D7EDEA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436081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47533F69-28F3-EB7D-DED8-B4DE015B6CD2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436081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9DDA3A66-7971-4EF0-E228-7A3294185CED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404848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D6676313-C363-4430-0AB5-936F693C5F07}"/>
              </a:ext>
            </a:extLst>
          </p:cNvPr>
          <p:cNvCxnSpPr>
            <a:stCxn id="26" idx="2"/>
            <a:endCxn id="16" idx="6"/>
          </p:cNvCxnSpPr>
          <p:nvPr/>
        </p:nvCxnSpPr>
        <p:spPr>
          <a:xfrm flipH="1" flipV="1">
            <a:off x="17187033" y="1482762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95EBD857-5694-CCF8-9801-97B215C41E2A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513995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FF0F26FB-B502-779E-CABF-E6DD526F34D2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513995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C9333284-682E-2AFD-662D-045AAD503E0C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513995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4F8D60B9-895D-78CF-E1B5-66D633E0AE36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513995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8816F385-86DB-C335-D5AC-EB0A22E92FBC}"/>
              </a:ext>
            </a:extLst>
          </p:cNvPr>
          <p:cNvSpPr/>
          <p:nvPr/>
        </p:nvSpPr>
        <p:spPr>
          <a:xfrm>
            <a:off x="2569647" y="1651432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C62A6FFA-57BB-920F-4B21-88D44311A009}"/>
              </a:ext>
            </a:extLst>
          </p:cNvPr>
          <p:cNvSpPr/>
          <p:nvPr/>
        </p:nvSpPr>
        <p:spPr>
          <a:xfrm>
            <a:off x="2569647" y="1585619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C4FFBDF4-BA34-9959-C27B-626CDCD8FF73}"/>
              </a:ext>
            </a:extLst>
          </p:cNvPr>
          <p:cNvSpPr/>
          <p:nvPr/>
        </p:nvSpPr>
        <p:spPr>
          <a:xfrm>
            <a:off x="2549736" y="1850607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3A8728EC-CE54-3205-990E-3C7F4AAB66F2}"/>
              </a:ext>
            </a:extLst>
          </p:cNvPr>
          <p:cNvSpPr/>
          <p:nvPr/>
        </p:nvSpPr>
        <p:spPr>
          <a:xfrm>
            <a:off x="2563917" y="1714155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0C432880-BBB2-A9CA-AD57-9D8F28071039}"/>
              </a:ext>
            </a:extLst>
          </p:cNvPr>
          <p:cNvSpPr/>
          <p:nvPr/>
        </p:nvSpPr>
        <p:spPr>
          <a:xfrm>
            <a:off x="2716317" y="1795208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CEB47C2E-26A4-037C-3C17-CF62B320A158}"/>
              </a:ext>
            </a:extLst>
          </p:cNvPr>
          <p:cNvSpPr/>
          <p:nvPr/>
        </p:nvSpPr>
        <p:spPr>
          <a:xfrm>
            <a:off x="2590800" y="818729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0A78E911-FB60-50B7-E376-DD8BE8C72627}"/>
              </a:ext>
            </a:extLst>
          </p:cNvPr>
          <p:cNvSpPr/>
          <p:nvPr/>
        </p:nvSpPr>
        <p:spPr>
          <a:xfrm>
            <a:off x="2616968" y="877825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7ED9E8F1-9B44-9047-362B-AB769EB9B02F}"/>
              </a:ext>
            </a:extLst>
          </p:cNvPr>
          <p:cNvSpPr/>
          <p:nvPr/>
        </p:nvSpPr>
        <p:spPr>
          <a:xfrm>
            <a:off x="2598933" y="935962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3436A6A6-6951-50C3-706C-B0717EE85B25}"/>
              </a:ext>
            </a:extLst>
          </p:cNvPr>
          <p:cNvSpPr/>
          <p:nvPr/>
        </p:nvSpPr>
        <p:spPr>
          <a:xfrm>
            <a:off x="2598933" y="993780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F19C4D75-220A-6E4A-C5DF-C8EC8F4CCADB}"/>
              </a:ext>
            </a:extLst>
          </p:cNvPr>
          <p:cNvSpPr/>
          <p:nvPr/>
        </p:nvSpPr>
        <p:spPr>
          <a:xfrm>
            <a:off x="2626987" y="1062303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A71F418-E796-54BD-48A1-E35CEBC86807}"/>
              </a:ext>
            </a:extLst>
          </p:cNvPr>
          <p:cNvSpPr/>
          <p:nvPr/>
        </p:nvSpPr>
        <p:spPr>
          <a:xfrm>
            <a:off x="17843279" y="1094420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8BF9D782-58E0-7376-4370-D1D977589931}"/>
              </a:ext>
            </a:extLst>
          </p:cNvPr>
          <p:cNvSpPr/>
          <p:nvPr/>
        </p:nvSpPr>
        <p:spPr>
          <a:xfrm>
            <a:off x="17843279" y="101129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E918C7CD-A0EA-C979-24A4-881C4234EF7E}"/>
              </a:ext>
            </a:extLst>
          </p:cNvPr>
          <p:cNvSpPr/>
          <p:nvPr/>
        </p:nvSpPr>
        <p:spPr>
          <a:xfrm>
            <a:off x="17843279" y="931259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40A10D7A-ADF0-9C64-9C08-43DB94B37C3B}"/>
              </a:ext>
            </a:extLst>
          </p:cNvPr>
          <p:cNvSpPr/>
          <p:nvPr/>
        </p:nvSpPr>
        <p:spPr>
          <a:xfrm>
            <a:off x="17843279" y="1565274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F0D670B7-E825-30FA-C160-B7E7269ED676}"/>
              </a:ext>
            </a:extLst>
          </p:cNvPr>
          <p:cNvSpPr/>
          <p:nvPr/>
        </p:nvSpPr>
        <p:spPr>
          <a:xfrm>
            <a:off x="17843279" y="165060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7AEEE669-9DA5-CF7A-B90D-D4780D86CE4B}"/>
              </a:ext>
            </a:extLst>
          </p:cNvPr>
          <p:cNvSpPr/>
          <p:nvPr/>
        </p:nvSpPr>
        <p:spPr>
          <a:xfrm>
            <a:off x="17843279" y="173441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06F92AAA-A843-7DF7-5832-44B1411A67B7}"/>
              </a:ext>
            </a:extLst>
          </p:cNvPr>
          <p:cNvCxnSpPr>
            <a:stCxn id="107" idx="2"/>
            <a:endCxn id="7" idx="6"/>
          </p:cNvCxnSpPr>
          <p:nvPr/>
        </p:nvCxnSpPr>
        <p:spPr>
          <a:xfrm flipH="1" flipV="1">
            <a:off x="17187033" y="9373630"/>
            <a:ext cx="656246" cy="239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0331C03D-9811-8E03-7019-A971462F0A61}"/>
              </a:ext>
            </a:extLst>
          </p:cNvPr>
          <p:cNvCxnSpPr>
            <a:stCxn id="107" idx="2"/>
            <a:endCxn id="3" idx="6"/>
          </p:cNvCxnSpPr>
          <p:nvPr/>
        </p:nvCxnSpPr>
        <p:spPr>
          <a:xfrm flipH="1">
            <a:off x="17187033" y="9612635"/>
            <a:ext cx="656246" cy="540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9FF2105B-04B5-C15B-B250-83AEE28522E8}"/>
              </a:ext>
            </a:extLst>
          </p:cNvPr>
          <p:cNvCxnSpPr>
            <a:stCxn id="107" idx="2"/>
            <a:endCxn id="5" idx="6"/>
          </p:cNvCxnSpPr>
          <p:nvPr/>
        </p:nvCxnSpPr>
        <p:spPr>
          <a:xfrm flipH="1">
            <a:off x="17187033" y="9612635"/>
            <a:ext cx="656246" cy="1319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60FD1CC6-36A8-EB93-53A7-02BAE9321D1B}"/>
              </a:ext>
            </a:extLst>
          </p:cNvPr>
          <p:cNvCxnSpPr>
            <a:stCxn id="107" idx="2"/>
            <a:endCxn id="19" idx="6"/>
          </p:cNvCxnSpPr>
          <p:nvPr/>
        </p:nvCxnSpPr>
        <p:spPr>
          <a:xfrm flipH="1">
            <a:off x="17187033" y="9612635"/>
            <a:ext cx="656246" cy="2098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1040">
            <a:extLst>
              <a:ext uri="{FF2B5EF4-FFF2-40B4-BE49-F238E27FC236}">
                <a16:creationId xmlns:a16="http://schemas.microsoft.com/office/drawing/2014/main" id="{73895A2E-45D3-5392-D676-55680B6C8443}"/>
              </a:ext>
            </a:extLst>
          </p:cNvPr>
          <p:cNvCxnSpPr>
            <a:stCxn id="107" idx="2"/>
            <a:endCxn id="2" idx="6"/>
          </p:cNvCxnSpPr>
          <p:nvPr/>
        </p:nvCxnSpPr>
        <p:spPr>
          <a:xfrm flipH="1">
            <a:off x="17187033" y="9612635"/>
            <a:ext cx="656246" cy="28775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recto 1044">
            <a:extLst>
              <a:ext uri="{FF2B5EF4-FFF2-40B4-BE49-F238E27FC236}">
                <a16:creationId xmlns:a16="http://schemas.microsoft.com/office/drawing/2014/main" id="{B6E84121-6109-8CC3-24AB-1C455D348937}"/>
              </a:ext>
            </a:extLst>
          </p:cNvPr>
          <p:cNvCxnSpPr>
            <a:stCxn id="94" idx="2"/>
            <a:endCxn id="7" idx="6"/>
          </p:cNvCxnSpPr>
          <p:nvPr/>
        </p:nvCxnSpPr>
        <p:spPr>
          <a:xfrm flipH="1" flipV="1">
            <a:off x="17187033" y="9373629"/>
            <a:ext cx="656246" cy="1039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F15698D1-B3C5-6792-109D-D094A1D6EBF2}"/>
              </a:ext>
            </a:extLst>
          </p:cNvPr>
          <p:cNvCxnSpPr>
            <a:stCxn id="94" idx="2"/>
            <a:endCxn id="5" idx="6"/>
          </p:cNvCxnSpPr>
          <p:nvPr/>
        </p:nvCxnSpPr>
        <p:spPr>
          <a:xfrm flipH="1">
            <a:off x="17187033" y="10412965"/>
            <a:ext cx="656246" cy="5189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recto 1052">
            <a:extLst>
              <a:ext uri="{FF2B5EF4-FFF2-40B4-BE49-F238E27FC236}">
                <a16:creationId xmlns:a16="http://schemas.microsoft.com/office/drawing/2014/main" id="{41B5153B-EDC7-DD90-43D5-232F7B3F5B9D}"/>
              </a:ext>
            </a:extLst>
          </p:cNvPr>
          <p:cNvCxnSpPr>
            <a:stCxn id="94" idx="2"/>
            <a:endCxn id="3" idx="6"/>
          </p:cNvCxnSpPr>
          <p:nvPr/>
        </p:nvCxnSpPr>
        <p:spPr>
          <a:xfrm flipH="1" flipV="1">
            <a:off x="17187033" y="10152771"/>
            <a:ext cx="656246" cy="260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ector recto 1056">
            <a:extLst>
              <a:ext uri="{FF2B5EF4-FFF2-40B4-BE49-F238E27FC236}">
                <a16:creationId xmlns:a16="http://schemas.microsoft.com/office/drawing/2014/main" id="{9750DE93-EC6A-0C0F-A386-7149D5AAFED3}"/>
              </a:ext>
            </a:extLst>
          </p:cNvPr>
          <p:cNvCxnSpPr>
            <a:stCxn id="94" idx="2"/>
            <a:endCxn id="2" idx="6"/>
          </p:cNvCxnSpPr>
          <p:nvPr/>
        </p:nvCxnSpPr>
        <p:spPr>
          <a:xfrm flipH="1">
            <a:off x="17187033" y="10412965"/>
            <a:ext cx="656246" cy="20772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 recto 1060">
            <a:extLst>
              <a:ext uri="{FF2B5EF4-FFF2-40B4-BE49-F238E27FC236}">
                <a16:creationId xmlns:a16="http://schemas.microsoft.com/office/drawing/2014/main" id="{3EBE5124-3C93-5E50-8B12-6E94EBB6E327}"/>
              </a:ext>
            </a:extLst>
          </p:cNvPr>
          <p:cNvCxnSpPr>
            <a:stCxn id="40" idx="2"/>
            <a:endCxn id="9" idx="6"/>
          </p:cNvCxnSpPr>
          <p:nvPr/>
        </p:nvCxnSpPr>
        <p:spPr>
          <a:xfrm flipH="1">
            <a:off x="17187033" y="1124424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1064">
            <a:extLst>
              <a:ext uri="{FF2B5EF4-FFF2-40B4-BE49-F238E27FC236}">
                <a16:creationId xmlns:a16="http://schemas.microsoft.com/office/drawing/2014/main" id="{37D5385B-B298-0463-8C4A-CE4254501A16}"/>
              </a:ext>
            </a:extLst>
          </p:cNvPr>
          <p:cNvCxnSpPr>
            <a:stCxn id="40" idx="2"/>
            <a:endCxn id="7" idx="6"/>
          </p:cNvCxnSpPr>
          <p:nvPr/>
        </p:nvCxnSpPr>
        <p:spPr>
          <a:xfrm flipH="1" flipV="1">
            <a:off x="17187033" y="9373630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1068">
            <a:extLst>
              <a:ext uri="{FF2B5EF4-FFF2-40B4-BE49-F238E27FC236}">
                <a16:creationId xmlns:a16="http://schemas.microsoft.com/office/drawing/2014/main" id="{7B7B0259-868E-A741-5B01-9F8E79AEEC61}"/>
              </a:ext>
            </a:extLst>
          </p:cNvPr>
          <p:cNvCxnSpPr>
            <a:stCxn id="40" idx="2"/>
            <a:endCxn id="3" idx="6"/>
          </p:cNvCxnSpPr>
          <p:nvPr/>
        </p:nvCxnSpPr>
        <p:spPr>
          <a:xfrm flipH="1" flipV="1">
            <a:off x="17187033" y="1015277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 recto 1072">
            <a:extLst>
              <a:ext uri="{FF2B5EF4-FFF2-40B4-BE49-F238E27FC236}">
                <a16:creationId xmlns:a16="http://schemas.microsoft.com/office/drawing/2014/main" id="{B845629E-F615-ED91-697D-52DA7484FEA3}"/>
              </a:ext>
            </a:extLst>
          </p:cNvPr>
          <p:cNvCxnSpPr>
            <a:stCxn id="115" idx="2"/>
            <a:endCxn id="16" idx="6"/>
          </p:cNvCxnSpPr>
          <p:nvPr/>
        </p:nvCxnSpPr>
        <p:spPr>
          <a:xfrm flipH="1" flipV="1">
            <a:off x="17187033" y="14827624"/>
            <a:ext cx="656246" cy="11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ector recto 1076">
            <a:extLst>
              <a:ext uri="{FF2B5EF4-FFF2-40B4-BE49-F238E27FC236}">
                <a16:creationId xmlns:a16="http://schemas.microsoft.com/office/drawing/2014/main" id="{7D251FA0-9506-3F31-9523-948DBFDD1344}"/>
              </a:ext>
            </a:extLst>
          </p:cNvPr>
          <p:cNvCxnSpPr>
            <a:stCxn id="115" idx="2"/>
            <a:endCxn id="23" idx="6"/>
          </p:cNvCxnSpPr>
          <p:nvPr/>
        </p:nvCxnSpPr>
        <p:spPr>
          <a:xfrm flipH="1" flipV="1">
            <a:off x="17187033" y="15606766"/>
            <a:ext cx="656246" cy="346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ector recto 1080">
            <a:extLst>
              <a:ext uri="{FF2B5EF4-FFF2-40B4-BE49-F238E27FC236}">
                <a16:creationId xmlns:a16="http://schemas.microsoft.com/office/drawing/2014/main" id="{C3AFB237-64E7-E46A-7A5B-ED80DE4C436C}"/>
              </a:ext>
            </a:extLst>
          </p:cNvPr>
          <p:cNvCxnSpPr>
            <a:stCxn id="115" idx="2"/>
            <a:endCxn id="20" idx="6"/>
          </p:cNvCxnSpPr>
          <p:nvPr/>
        </p:nvCxnSpPr>
        <p:spPr>
          <a:xfrm flipH="1">
            <a:off x="17187033" y="15952781"/>
            <a:ext cx="656246" cy="433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1084">
            <a:extLst>
              <a:ext uri="{FF2B5EF4-FFF2-40B4-BE49-F238E27FC236}">
                <a16:creationId xmlns:a16="http://schemas.microsoft.com/office/drawing/2014/main" id="{27E6B41E-EC95-85E2-041F-EBC67D883F4B}"/>
              </a:ext>
            </a:extLst>
          </p:cNvPr>
          <p:cNvCxnSpPr>
            <a:stCxn id="115" idx="2"/>
            <a:endCxn id="22" idx="6"/>
          </p:cNvCxnSpPr>
          <p:nvPr/>
        </p:nvCxnSpPr>
        <p:spPr>
          <a:xfrm flipH="1">
            <a:off x="17187033" y="15952781"/>
            <a:ext cx="656246" cy="1212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F67F6042-2059-B1D6-E187-72C7EA7CD390}"/>
              </a:ext>
            </a:extLst>
          </p:cNvPr>
          <p:cNvCxnSpPr>
            <a:stCxn id="115" idx="2"/>
            <a:endCxn id="24" idx="6"/>
          </p:cNvCxnSpPr>
          <p:nvPr/>
        </p:nvCxnSpPr>
        <p:spPr>
          <a:xfrm flipH="1">
            <a:off x="17187033" y="15952781"/>
            <a:ext cx="656246" cy="19914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recto 1092">
            <a:extLst>
              <a:ext uri="{FF2B5EF4-FFF2-40B4-BE49-F238E27FC236}">
                <a16:creationId xmlns:a16="http://schemas.microsoft.com/office/drawing/2014/main" id="{FD169E15-0AE8-7E3B-97E5-01E1AB538467}"/>
              </a:ext>
            </a:extLst>
          </p:cNvPr>
          <p:cNvCxnSpPr>
            <a:stCxn id="119" idx="2"/>
            <a:endCxn id="16" idx="6"/>
          </p:cNvCxnSpPr>
          <p:nvPr/>
        </p:nvCxnSpPr>
        <p:spPr>
          <a:xfrm flipH="1" flipV="1">
            <a:off x="17187033" y="14827624"/>
            <a:ext cx="656246" cy="1978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2DB7C9F4-AD76-A5CF-C970-6D595A2020D6}"/>
              </a:ext>
            </a:extLst>
          </p:cNvPr>
          <p:cNvCxnSpPr>
            <a:stCxn id="119" idx="2"/>
            <a:endCxn id="20" idx="6"/>
          </p:cNvCxnSpPr>
          <p:nvPr/>
        </p:nvCxnSpPr>
        <p:spPr>
          <a:xfrm flipH="1" flipV="1">
            <a:off x="17187033" y="16385908"/>
            <a:ext cx="656246" cy="420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Conector recto 1100">
            <a:extLst>
              <a:ext uri="{FF2B5EF4-FFF2-40B4-BE49-F238E27FC236}">
                <a16:creationId xmlns:a16="http://schemas.microsoft.com/office/drawing/2014/main" id="{C47DA9E7-1747-F933-2BAD-E1BF3A61F475}"/>
              </a:ext>
            </a:extLst>
          </p:cNvPr>
          <p:cNvCxnSpPr>
            <a:stCxn id="119" idx="2"/>
            <a:endCxn id="22" idx="6"/>
          </p:cNvCxnSpPr>
          <p:nvPr/>
        </p:nvCxnSpPr>
        <p:spPr>
          <a:xfrm flipH="1">
            <a:off x="17187033" y="16806105"/>
            <a:ext cx="656246" cy="358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B1FBDDFD-42E6-A8DD-EDFD-179DDA9FF286}"/>
              </a:ext>
            </a:extLst>
          </p:cNvPr>
          <p:cNvCxnSpPr>
            <a:stCxn id="119" idx="2"/>
            <a:endCxn id="24" idx="6"/>
          </p:cNvCxnSpPr>
          <p:nvPr/>
        </p:nvCxnSpPr>
        <p:spPr>
          <a:xfrm flipH="1">
            <a:off x="17187033" y="16806105"/>
            <a:ext cx="656246" cy="113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F9DEDB23-306B-8E51-B349-BBF6A8B5EEEC}"/>
              </a:ext>
            </a:extLst>
          </p:cNvPr>
          <p:cNvCxnSpPr>
            <a:stCxn id="121" idx="2"/>
            <a:endCxn id="23" idx="6"/>
          </p:cNvCxnSpPr>
          <p:nvPr/>
        </p:nvCxnSpPr>
        <p:spPr>
          <a:xfrm flipH="1" flipV="1">
            <a:off x="17325703" y="15712209"/>
            <a:ext cx="517577" cy="1931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0EBA2963-EC41-0550-F52A-A941EECFF33F}"/>
              </a:ext>
            </a:extLst>
          </p:cNvPr>
          <p:cNvCxnSpPr>
            <a:stCxn id="121" idx="2"/>
            <a:endCxn id="20" idx="6"/>
          </p:cNvCxnSpPr>
          <p:nvPr/>
        </p:nvCxnSpPr>
        <p:spPr>
          <a:xfrm flipH="1" flipV="1">
            <a:off x="17187033" y="16385907"/>
            <a:ext cx="656246" cy="125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Conector recto 1116">
            <a:extLst>
              <a:ext uri="{FF2B5EF4-FFF2-40B4-BE49-F238E27FC236}">
                <a16:creationId xmlns:a16="http://schemas.microsoft.com/office/drawing/2014/main" id="{6172E55C-E5C7-A235-2586-6B43CC07ED87}"/>
              </a:ext>
            </a:extLst>
          </p:cNvPr>
          <p:cNvCxnSpPr>
            <a:stCxn id="121" idx="2"/>
            <a:endCxn id="24" idx="6"/>
          </p:cNvCxnSpPr>
          <p:nvPr/>
        </p:nvCxnSpPr>
        <p:spPr>
          <a:xfrm flipH="1">
            <a:off x="17187033" y="17644155"/>
            <a:ext cx="656246" cy="300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E8BB9423-C2E1-C32F-631C-987E74C7A8DC}"/>
              </a:ext>
            </a:extLst>
          </p:cNvPr>
          <p:cNvSpPr txBox="1"/>
          <p:nvPr/>
        </p:nvSpPr>
        <p:spPr>
          <a:xfrm>
            <a:off x="23686294" y="4211950"/>
            <a:ext cx="1164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Pérdida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ponderada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C2B11FE1-8808-1D5A-D4F1-56A5143863BC}"/>
              </a:ext>
            </a:extLst>
          </p:cNvPr>
          <p:cNvSpPr txBox="1"/>
          <p:nvPr/>
        </p:nvSpPr>
        <p:spPr>
          <a:xfrm>
            <a:off x="13365795" y="2762005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Sinkhorn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253A6EE1-9589-01AE-DEC2-FD9B35ACBD9C}"/>
              </a:ext>
            </a:extLst>
          </p:cNvPr>
          <p:cNvCxnSpPr>
            <a:cxnSpLocks/>
          </p:cNvCxnSpPr>
          <p:nvPr/>
        </p:nvCxnSpPr>
        <p:spPr>
          <a:xfrm>
            <a:off x="18665037" y="1353796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E189B482-3309-4CE9-D78E-1F5A82BC5A38}"/>
              </a:ext>
            </a:extLst>
          </p:cNvPr>
          <p:cNvSpPr txBox="1"/>
          <p:nvPr/>
        </p:nvSpPr>
        <p:spPr>
          <a:xfrm>
            <a:off x="18724133" y="1262043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E9852641-8FBA-8FB5-28FF-A9F5492E6BED}"/>
              </a:ext>
            </a:extLst>
          </p:cNvPr>
          <p:cNvCxnSpPr>
            <a:cxnSpLocks/>
          </p:cNvCxnSpPr>
          <p:nvPr/>
        </p:nvCxnSpPr>
        <p:spPr>
          <a:xfrm flipV="1">
            <a:off x="16879402" y="8042684"/>
            <a:ext cx="0" cy="8470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2032AD7D-FABB-A760-717C-FD952660E9F0}"/>
              </a:ext>
            </a:extLst>
          </p:cNvPr>
          <p:cNvSpPr txBox="1"/>
          <p:nvPr/>
        </p:nvSpPr>
        <p:spPr>
          <a:xfrm>
            <a:off x="17166855" y="7979693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1DAF3528-164D-96C1-60BF-3601101D3C87}"/>
              </a:ext>
            </a:extLst>
          </p:cNvPr>
          <p:cNvCxnSpPr>
            <a:cxnSpLocks/>
          </p:cNvCxnSpPr>
          <p:nvPr/>
        </p:nvCxnSpPr>
        <p:spPr>
          <a:xfrm flipV="1">
            <a:off x="20316257" y="6681254"/>
            <a:ext cx="3341352" cy="7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2" descr="Output image">
            <a:extLst>
              <a:ext uri="{FF2B5EF4-FFF2-40B4-BE49-F238E27FC236}">
                <a16:creationId xmlns:a16="http://schemas.microsoft.com/office/drawing/2014/main" id="{5258DC45-46B3-8908-9602-69E02645A2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1182367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CF719447-2605-D313-D799-D72116D7DA9F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21983346" y="6688542"/>
            <a:ext cx="1" cy="51351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11EC6F3A-ADE1-689E-E7B7-7532A3E80647}"/>
                  </a:ext>
                </a:extLst>
              </p:cNvPr>
              <p:cNvSpPr txBox="1"/>
              <p:nvPr/>
            </p:nvSpPr>
            <p:spPr>
              <a:xfrm>
                <a:off x="6640665" y="5029044"/>
                <a:ext cx="14881792" cy="2394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𝑆𝑖𝑛𝑘h𝑜𝑟𝑛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s-MX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r>
                              <a:rPr lang="es-MX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𝜋𝜖</m:t>
                            </m:r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es-MX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d>
                                  <m:dPr>
                                    <m:ctrlP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mr>
                      </m:m>
                      <m:d>
                        <m:dPr>
                          <m:begChr m:val="⟨"/>
                          <m:endChr m:val="⟩"/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11EC6F3A-ADE1-689E-E7B7-7532A3E80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665" y="5029044"/>
                <a:ext cx="14881792" cy="2394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58A6EF-A7F3-395C-42F6-C0A7938EF6D1}"/>
                  </a:ext>
                </a:extLst>
              </p:cNvPr>
              <p:cNvSpPr txBox="1"/>
              <p:nvPr/>
            </p:nvSpPr>
            <p:spPr>
              <a:xfrm>
                <a:off x="23987297" y="6834241"/>
                <a:ext cx="899641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540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b="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58A6EF-A7F3-395C-42F6-C0A7938EF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7297" y="6834241"/>
                <a:ext cx="8996418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echa: curvada hacia abajo 10">
            <a:extLst>
              <a:ext uri="{FF2B5EF4-FFF2-40B4-BE49-F238E27FC236}">
                <a16:creationId xmlns:a16="http://schemas.microsoft.com/office/drawing/2014/main" id="{64CE4080-1617-0CB4-128F-A9166650958A}"/>
              </a:ext>
            </a:extLst>
          </p:cNvPr>
          <p:cNvSpPr/>
          <p:nvPr/>
        </p:nvSpPr>
        <p:spPr>
          <a:xfrm flipH="1">
            <a:off x="7982451" y="1242865"/>
            <a:ext cx="18060905" cy="2674013"/>
          </a:xfrm>
          <a:prstGeom prst="curvedDownArrow">
            <a:avLst/>
          </a:prstGeom>
          <a:solidFill>
            <a:srgbClr val="A99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5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AE98-4C21-1FE8-DCE9-EC1B9886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FC59B387-12C7-F0C5-7650-96A925E6FCBD}"/>
              </a:ext>
            </a:extLst>
          </p:cNvPr>
          <p:cNvSpPr/>
          <p:nvPr/>
        </p:nvSpPr>
        <p:spPr>
          <a:xfrm>
            <a:off x="7662054" y="4839937"/>
            <a:ext cx="12654204" cy="2928710"/>
          </a:xfrm>
          <a:prstGeom prst="roundRect">
            <a:avLst>
              <a:gd name="adj" fmla="val 5953"/>
            </a:avLst>
          </a:prstGeom>
          <a:solidFill>
            <a:srgbClr val="E0DDFF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E0CA2E8-942A-CC6D-60FE-093627C35E39}"/>
              </a:ext>
            </a:extLst>
          </p:cNvPr>
          <p:cNvSpPr/>
          <p:nvPr/>
        </p:nvSpPr>
        <p:spPr>
          <a:xfrm>
            <a:off x="23686294" y="5272670"/>
            <a:ext cx="9297421" cy="2831744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8E936BE2-7F82-8733-FB87-826705951587}"/>
              </a:ext>
            </a:extLst>
          </p:cNvPr>
          <p:cNvSpPr/>
          <p:nvPr/>
        </p:nvSpPr>
        <p:spPr>
          <a:xfrm>
            <a:off x="7982451" y="8692240"/>
            <a:ext cx="2771274" cy="8839200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2AD7C6F3-9155-F68A-6A23-63B7B41CB18F}"/>
              </a:ext>
            </a:extLst>
          </p:cNvPr>
          <p:cNvSpPr/>
          <p:nvPr/>
        </p:nvSpPr>
        <p:spPr>
          <a:xfrm>
            <a:off x="10033451" y="9452846"/>
            <a:ext cx="2293905" cy="7316594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600E2EC9-6620-9E70-E0AF-8E69D3702B20}"/>
              </a:ext>
            </a:extLst>
          </p:cNvPr>
          <p:cNvSpPr/>
          <p:nvPr/>
        </p:nvSpPr>
        <p:spPr>
          <a:xfrm>
            <a:off x="11607080" y="10652085"/>
            <a:ext cx="1541932" cy="4918116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93113CC-9435-460A-06AC-4FE4115094AA}"/>
              </a:ext>
            </a:extLst>
          </p:cNvPr>
          <p:cNvSpPr/>
          <p:nvPr/>
        </p:nvSpPr>
        <p:spPr>
          <a:xfrm>
            <a:off x="2587040" y="810441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0091A9C-6E6F-07AC-6435-E06088FB8D4E}"/>
              </a:ext>
            </a:extLst>
          </p:cNvPr>
          <p:cNvSpPr/>
          <p:nvPr/>
        </p:nvSpPr>
        <p:spPr>
          <a:xfrm>
            <a:off x="2587040" y="1551158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FBC83784-9186-1DF0-2EFC-A7E8DD58B8A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987955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991FC09B-ECA5-3410-D6C0-AB264FBD5C9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373644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813C2CAE-C701-74D7-B5E9-78C9DF885A1A}"/>
                  </a:ext>
                </a:extLst>
              </p:cNvPr>
              <p:cNvSpPr txBox="1"/>
              <p:nvPr/>
            </p:nvSpPr>
            <p:spPr>
              <a:xfrm>
                <a:off x="1720692" y="5175117"/>
                <a:ext cx="5484105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de origen (señales EEG reales)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s-MX" sz="4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33D87E4-AEB6-3924-FCA3-5AE95791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92" y="5175117"/>
                <a:ext cx="5484105" cy="2308324"/>
              </a:xfrm>
              <a:prstGeom prst="rect">
                <a:avLst/>
              </a:prstGeom>
              <a:blipFill>
                <a:blip r:embed="rId2"/>
                <a:stretch>
                  <a:fillRect l="-2889" t="-5805" r="-2889" b="-13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978614C-FF08-E23C-9CA6-63B74E2E8A39}"/>
                  </a:ext>
                </a:extLst>
              </p:cNvPr>
              <p:cNvSpPr txBox="1"/>
              <p:nvPr/>
            </p:nvSpPr>
            <p:spPr>
              <a:xfrm>
                <a:off x="2001198" y="12156647"/>
                <a:ext cx="4860281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Dominio objetivo (señales EEG </a:t>
                </a:r>
                <a:r>
                  <a:rPr lang="es-MX" sz="4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semisimuladas</a:t>
                </a:r>
                <a:r>
                  <a:rPr lang="es-MX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3FF54BB-4434-FF4D-6A93-6DDC5A1F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98" y="12156647"/>
                <a:ext cx="4860281" cy="3046988"/>
              </a:xfrm>
              <a:prstGeom prst="rect">
                <a:avLst/>
              </a:prstGeom>
              <a:blipFill>
                <a:blip r:embed="rId3"/>
                <a:stretch>
                  <a:fillRect l="-2005" t="-4400" r="-5138" b="-9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E88B7AE1-D203-6C60-292B-775E27A96515}"/>
                  </a:ext>
                </a:extLst>
              </p:cNvPr>
              <p:cNvSpPr txBox="1"/>
              <p:nvPr/>
            </p:nvSpPr>
            <p:spPr>
              <a:xfrm>
                <a:off x="23987297" y="5698518"/>
                <a:ext cx="899641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540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b="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1AB88D2-0A63-F57C-EE69-2377A754E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7297" y="5698518"/>
                <a:ext cx="8996418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3F731EC-F7D5-7DAC-BF5F-2DAFF19C88B6}"/>
              </a:ext>
            </a:extLst>
          </p:cNvPr>
          <p:cNvCxnSpPr/>
          <p:nvPr/>
        </p:nvCxnSpPr>
        <p:spPr>
          <a:xfrm>
            <a:off x="13149012" y="1353796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CA459A4-96B8-21DD-BF0C-C7543E8560F4}"/>
              </a:ext>
            </a:extLst>
          </p:cNvPr>
          <p:cNvSpPr/>
          <p:nvPr/>
        </p:nvSpPr>
        <p:spPr>
          <a:xfrm>
            <a:off x="16586961" y="1219016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3777833-D375-5268-7A08-8C1AE9B1F0E6}"/>
              </a:ext>
            </a:extLst>
          </p:cNvPr>
          <p:cNvSpPr/>
          <p:nvPr/>
        </p:nvSpPr>
        <p:spPr>
          <a:xfrm>
            <a:off x="16586961" y="985273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DB2B748-4231-9C8D-4DD4-C77289E64217}"/>
              </a:ext>
            </a:extLst>
          </p:cNvPr>
          <p:cNvSpPr/>
          <p:nvPr/>
        </p:nvSpPr>
        <p:spPr>
          <a:xfrm>
            <a:off x="16586961" y="1063187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404A8DD-882F-C41A-5280-6941160D19CC}"/>
              </a:ext>
            </a:extLst>
          </p:cNvPr>
          <p:cNvSpPr/>
          <p:nvPr/>
        </p:nvSpPr>
        <p:spPr>
          <a:xfrm>
            <a:off x="16586961" y="907359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24B7218-0958-BB78-57D5-7A2FF5D0E42F}"/>
              </a:ext>
            </a:extLst>
          </p:cNvPr>
          <p:cNvSpPr/>
          <p:nvPr/>
        </p:nvSpPr>
        <p:spPr>
          <a:xfrm>
            <a:off x="16586961" y="1296930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94C1017-0645-16CC-D2E0-93D90FF1376D}"/>
              </a:ext>
            </a:extLst>
          </p:cNvPr>
          <p:cNvSpPr/>
          <p:nvPr/>
        </p:nvSpPr>
        <p:spPr>
          <a:xfrm>
            <a:off x="16586961" y="1452758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AA00DA3-615D-2B31-5B67-7FC6B72AF5C1}"/>
              </a:ext>
            </a:extLst>
          </p:cNvPr>
          <p:cNvSpPr/>
          <p:nvPr/>
        </p:nvSpPr>
        <p:spPr>
          <a:xfrm>
            <a:off x="16586961" y="1374844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810BF13-5173-2909-914A-E8FD59E79A63}"/>
              </a:ext>
            </a:extLst>
          </p:cNvPr>
          <p:cNvSpPr/>
          <p:nvPr/>
        </p:nvSpPr>
        <p:spPr>
          <a:xfrm>
            <a:off x="16586961" y="114110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8730EA0-FE79-A989-AA29-91FEADE4ADB5}"/>
              </a:ext>
            </a:extLst>
          </p:cNvPr>
          <p:cNvSpPr/>
          <p:nvPr/>
        </p:nvSpPr>
        <p:spPr>
          <a:xfrm>
            <a:off x="16586961" y="1608587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8756087-0419-49BE-297F-00164D3E3B8C}"/>
              </a:ext>
            </a:extLst>
          </p:cNvPr>
          <p:cNvSpPr/>
          <p:nvPr/>
        </p:nvSpPr>
        <p:spPr>
          <a:xfrm>
            <a:off x="16586961" y="1686501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ADE7628-4AA3-506A-2282-2C3C4F67E584}"/>
              </a:ext>
            </a:extLst>
          </p:cNvPr>
          <p:cNvSpPr/>
          <p:nvPr/>
        </p:nvSpPr>
        <p:spPr>
          <a:xfrm>
            <a:off x="16586961" y="153067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6B5994C-6B0B-DA86-C564-7ADDE191A906}"/>
              </a:ext>
            </a:extLst>
          </p:cNvPr>
          <p:cNvSpPr/>
          <p:nvPr/>
        </p:nvSpPr>
        <p:spPr>
          <a:xfrm>
            <a:off x="16586961" y="1764415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E5A40E9-9155-1A28-31B8-2C16DAEFD3F0}"/>
              </a:ext>
            </a:extLst>
          </p:cNvPr>
          <p:cNvSpPr/>
          <p:nvPr/>
        </p:nvSpPr>
        <p:spPr>
          <a:xfrm>
            <a:off x="17843279" y="1483991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4056426-35B8-CD1F-4F0C-260C1FEF1237}"/>
              </a:ext>
            </a:extLst>
          </p:cNvPr>
          <p:cNvSpPr/>
          <p:nvPr/>
        </p:nvSpPr>
        <p:spPr>
          <a:xfrm>
            <a:off x="17843279" y="1250249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70FBF41-E054-5941-2090-FC80836A5ACD}"/>
              </a:ext>
            </a:extLst>
          </p:cNvPr>
          <p:cNvSpPr/>
          <p:nvPr/>
        </p:nvSpPr>
        <p:spPr>
          <a:xfrm>
            <a:off x="17843279" y="1328163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71091C26-AD46-5362-F60F-B195366CB06B}"/>
              </a:ext>
            </a:extLst>
          </p:cNvPr>
          <p:cNvSpPr/>
          <p:nvPr/>
        </p:nvSpPr>
        <p:spPr>
          <a:xfrm>
            <a:off x="17843279" y="1172334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A7DCA6A1-49DF-B342-78F7-32E9B08CBE0C}"/>
              </a:ext>
            </a:extLst>
          </p:cNvPr>
          <p:cNvSpPr/>
          <p:nvPr/>
        </p:nvSpPr>
        <p:spPr>
          <a:xfrm>
            <a:off x="17843279" y="1406077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FA8E4602-1917-0DF6-1850-51ACC9C65535}"/>
              </a:ext>
            </a:extLst>
          </p:cNvPr>
          <p:cNvSpPr/>
          <p:nvPr/>
        </p:nvSpPr>
        <p:spPr>
          <a:xfrm>
            <a:off x="15330643" y="1169751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FE489EC4-89FC-7D95-6115-9A248FE46CFA}"/>
              </a:ext>
            </a:extLst>
          </p:cNvPr>
          <p:cNvSpPr/>
          <p:nvPr/>
        </p:nvSpPr>
        <p:spPr>
          <a:xfrm>
            <a:off x="15330643" y="1013922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71795F5-4133-7146-8267-53DE49C4C837}"/>
              </a:ext>
            </a:extLst>
          </p:cNvPr>
          <p:cNvSpPr/>
          <p:nvPr/>
        </p:nvSpPr>
        <p:spPr>
          <a:xfrm>
            <a:off x="15330643" y="1247665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BDF12B64-D581-7240-18A1-FF756A9F1EA7}"/>
              </a:ext>
            </a:extLst>
          </p:cNvPr>
          <p:cNvSpPr/>
          <p:nvPr/>
        </p:nvSpPr>
        <p:spPr>
          <a:xfrm>
            <a:off x="15330643" y="1403493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850459ED-D1C0-526F-C093-DDE94FB8BE3A}"/>
              </a:ext>
            </a:extLst>
          </p:cNvPr>
          <p:cNvSpPr/>
          <p:nvPr/>
        </p:nvSpPr>
        <p:spPr>
          <a:xfrm>
            <a:off x="15330643" y="1325579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93DEC9C-1A85-1F89-703B-2BCEB1DA5514}"/>
              </a:ext>
            </a:extLst>
          </p:cNvPr>
          <p:cNvSpPr/>
          <p:nvPr/>
        </p:nvSpPr>
        <p:spPr>
          <a:xfrm>
            <a:off x="15330643" y="109183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583897D9-8C21-230F-2EDC-69A7E81C059D}"/>
              </a:ext>
            </a:extLst>
          </p:cNvPr>
          <p:cNvSpPr/>
          <p:nvPr/>
        </p:nvSpPr>
        <p:spPr>
          <a:xfrm>
            <a:off x="15330643" y="1559322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B0EE1A57-C3EB-89D9-5E4E-D702C2405420}"/>
              </a:ext>
            </a:extLst>
          </p:cNvPr>
          <p:cNvSpPr/>
          <p:nvPr/>
        </p:nvSpPr>
        <p:spPr>
          <a:xfrm>
            <a:off x="15330643" y="1637236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91CF28D-4AD4-931D-C4DA-64CE36369BEF}"/>
              </a:ext>
            </a:extLst>
          </p:cNvPr>
          <p:cNvSpPr/>
          <p:nvPr/>
        </p:nvSpPr>
        <p:spPr>
          <a:xfrm>
            <a:off x="15330643" y="1481407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344BE29F-3BA4-1DF0-0019-BA5FF966EF16}"/>
              </a:ext>
            </a:extLst>
          </p:cNvPr>
          <p:cNvSpPr txBox="1"/>
          <p:nvPr/>
        </p:nvSpPr>
        <p:spPr>
          <a:xfrm>
            <a:off x="19565668" y="20883428"/>
            <a:ext cx="5795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9CDD65B-9BA2-489F-CD1A-4AC5CFA58288}"/>
              </a:ext>
            </a:extLst>
          </p:cNvPr>
          <p:cNvSpPr txBox="1"/>
          <p:nvPr/>
        </p:nvSpPr>
        <p:spPr>
          <a:xfrm>
            <a:off x="2379090" y="20883430"/>
            <a:ext cx="4659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584B01B-4F1A-A4D3-D894-FF02228E6A40}"/>
              </a:ext>
            </a:extLst>
          </p:cNvPr>
          <p:cNvSpPr txBox="1"/>
          <p:nvPr/>
        </p:nvSpPr>
        <p:spPr>
          <a:xfrm>
            <a:off x="7662053" y="20883429"/>
            <a:ext cx="5795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Estimador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RestNet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A792E08E-E99B-092F-B819-2EF85DBCD9F2}"/>
              </a:ext>
            </a:extLst>
          </p:cNvPr>
          <p:cNvSpPr txBox="1"/>
          <p:nvPr/>
        </p:nvSpPr>
        <p:spPr>
          <a:xfrm>
            <a:off x="14081561" y="20888186"/>
            <a:ext cx="4860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DABF486B-C91A-FD10-23BC-651861B7138F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937363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93FFA4C6-96F4-077F-09BC-F40BACC13D5F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1015277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E0081237-5D92-0DD0-91CD-8A2006E93D07}"/>
              </a:ext>
            </a:extLst>
          </p:cNvPr>
          <p:cNvCxnSpPr>
            <a:stCxn id="49" idx="6"/>
          </p:cNvCxnSpPr>
          <p:nvPr/>
        </p:nvCxnSpPr>
        <p:spPr>
          <a:xfrm>
            <a:off x="15930715" y="1043926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F4F6A93-48B8-F549-F790-5522AC808310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1043926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FEBFD52D-47D7-94D5-8ACD-27A2FF05B2A8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1043926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317CF378-A921-1B55-4E90-CA9AE661C9B3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1043926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7641AEE4-F983-8C9B-96CC-DDB77E478DB1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937363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26746E03-B540-3D64-A717-58E7EE6E427C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1015277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3A9780BC-E22F-756F-6166-E01CA4796DFD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1093191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4B065F8-CD77-7445-0440-106787C9435A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1093191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7C55851-ED3F-5149-618A-6203FA75DC8E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1171105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5F66459-5F61-7D44-E3B5-96AC6E4598EC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1199754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D82D02F6-3C08-8DE7-69AD-EDFDE0F5DF5A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1199754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9298FFC3-6FD8-F2A9-BABB-F3DFD4B3C9F3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1199754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C8AAEF5C-84CC-171F-964C-269338B40186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1199754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9C68A07D-5FA2-B649-2551-6085B5928D7B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1015277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F674693D-92E7-1BF2-D24A-95E3D8CCBA39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1171105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EB10397-E34E-E204-2B53-BC508361CCB8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1249019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61F254C-8EB5-FFB5-2731-690CD3947D24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1277668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9B66215-5511-026C-DEE9-2E599C895BD4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1277668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B8CBDE72-0285-7EE0-0013-D06EE6440F67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1277668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E57D45BA-CC65-41EC-0B1F-D0848FC76E33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1277668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EA34753E-75DB-ECCC-655C-3992B9000C08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1277668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A51B99B5-DB8D-7DA2-40D8-1F871B9B51FC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1171105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A8F9FAF4-0F46-600B-5B37-92FCC2D24B3A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1249019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283BDC33-2372-E25B-5B0F-4806F002F704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1326934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553CB585-C96E-020F-BA75-90DD76ADB79E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355583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2A584A86-1243-AB6B-660B-51661CAE7A35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355583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A095D80D-6EED-380E-1EFD-BFB005992955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355583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D76E5240-CC9D-3B45-4F74-51D8D5124881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355583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7A740B88-FA6D-EE18-47CF-93FB903C1614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1249019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FA15C7E1-4852-EAC6-8F1F-32B8814E353F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1326934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7DBD5CEF-8F87-7602-4579-8040E962E882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404848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6DF8E82F-9979-F9FC-3690-FFCB71186784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433497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9C2A45AC-BDDA-A502-DEB6-F33FCA5535CD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433497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6025EDAF-527B-428C-0159-19BE8CC56D31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433497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BE1CF7E5-921F-ED7C-1E23-1035249CD5CF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433497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403E8C10-A44E-73A6-7625-28CBD3638AF6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1326934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FD66894A-375E-1855-1056-CE630D696540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482762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F45E614C-448F-98E0-F349-A08BFA56EEBC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511411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D9DAC904-DD77-5E29-9DC3-B8F2FEAD9E5A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511411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F4E79859-CAD3-AA03-A3D4-3A25E419925E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511411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9C7BBCA5-0618-4695-2B15-9F8B864BB599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404848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DBB0753E-1E45-7FE8-3933-55A5AC7829DD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482762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6A27C7BC-0958-1D2B-F4E5-5D7D4DDA0F78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560676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2A063F74-6DB1-8E91-FD23-119B36879202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589325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06536C78-AED1-BE0C-1449-EE434D44BD5D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589325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10A2B5C4-8B6A-20C0-4B5C-039DEC9C2FCD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589325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CBA34A88-F010-6EF2-90C1-C30D9A1E034E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404848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9334BC92-C55D-9B09-1C14-EFDCF26EB4B2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482762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B77A4540-F7FE-CD96-406C-E223C1BE3012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560676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BFBF4A82-16B1-2A41-3423-69160D199003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638590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92BAB9C9-F7AA-0956-7668-A4139FF003A6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667239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B58597D6-A86E-FAB3-844D-AE93A7B7682D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937363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DB1F6FA2-AF74-5654-4A7B-550ADDF86E38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E7CBC4A4-8050-962F-7B84-4204393C9898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1D38DC7F-80B2-09FA-6C7C-67E080883BBC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1093191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126C8DCA-E46B-AD98-4C0D-36D478EBF05A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1171105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2FB9EC82-4BC7-E095-CF90-E179D55D04ED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1202338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D4F6CC9C-3536-E5F9-2EFF-0B0210345358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1202338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8CED6818-B0A5-76DC-5B89-110C085B863C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1202338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4F5C315D-7CE6-B8F1-343F-8616260DD4D1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1202338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F0838168-A305-39C9-97D0-34E506312AAE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1015277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D277537B-C5A1-05DD-55D6-2FA946BED6F6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1093191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80909041-84C0-E08A-C40A-20D404475839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1171105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B2A66A35-57D9-8B16-76F6-E340CE997A15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1249019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CAB355B3-684E-3DE9-64D6-F3CE85B55EEA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1280252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6C55186D-EB88-CF64-24DB-B1B0FD96FDA8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1280252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36CFE2BA-EA6C-861A-D44E-26D71B8BE30D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1280252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D3CB5C0F-39FC-CE2D-FAEF-5D631B8A921E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1280252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F6D53546-3947-2EE6-B5C5-C04CE00866DE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1280252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4F083C68-6833-6EFC-3905-83DBF2C4F899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1093191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3776A45B-C560-07A5-F1D7-1B1547215B31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1171105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D9AC7D93-8D00-C283-2DE0-D6539D68C14C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1249019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F6BA626F-EF0F-3259-0147-6256D9EFCA1B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1326934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D0C0F398-DADF-5415-E94A-C6D3B8BBD106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358166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6DFD06FF-910E-5BE4-D2FA-783E9E4BD17F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358166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1DA31003-55E7-7E94-DDAE-CC50465499DD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358166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D55437CF-84E7-43BE-B585-118E113E3126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358166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5987B167-1755-BC7D-FDAD-B4EF02ABC040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358166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A949CD06-3C8D-6DA0-0DC7-082213256FFD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1249019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A5D044D6-60BD-CC77-3C58-05E18A7BD027}"/>
              </a:ext>
            </a:extLst>
          </p:cNvPr>
          <p:cNvCxnSpPr>
            <a:stCxn id="38" idx="2"/>
            <a:endCxn id="9" idx="6"/>
          </p:cNvCxnSpPr>
          <p:nvPr/>
        </p:nvCxnSpPr>
        <p:spPr>
          <a:xfrm flipH="1" flipV="1">
            <a:off x="17187033" y="1326934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C4BFDD79-4ADA-49BC-18F6-E07315E5D390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404848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CDA20284-FB86-F579-725F-E26C8A4BC310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436081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3F375E3F-D50F-F239-2074-DB2B6745D6EC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436081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FD68A304-E9BC-D759-4406-0299EA7B2F03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436081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74FEE78B-A72D-C8EA-083E-F4E09333A372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436081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B9F6A424-9E27-369B-18D5-C4416A3193D1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404848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F7F891AC-E92B-404A-AC4D-B805E3A916AA}"/>
              </a:ext>
            </a:extLst>
          </p:cNvPr>
          <p:cNvCxnSpPr>
            <a:stCxn id="26" idx="2"/>
            <a:endCxn id="16" idx="6"/>
          </p:cNvCxnSpPr>
          <p:nvPr/>
        </p:nvCxnSpPr>
        <p:spPr>
          <a:xfrm flipH="1" flipV="1">
            <a:off x="17187033" y="1482762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B5AFCA66-D594-5226-7859-A46035A04EFA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513995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0C9855E2-AB45-B661-E1D6-A887F73217E3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513995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DBF20D3B-6449-4879-BEE4-3EA225443904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513995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6AF6BEDE-BF4A-E190-A13F-0FBD6C6B8F82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513995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55214715-7494-4722-7319-01732680050B}"/>
              </a:ext>
            </a:extLst>
          </p:cNvPr>
          <p:cNvSpPr/>
          <p:nvPr/>
        </p:nvSpPr>
        <p:spPr>
          <a:xfrm>
            <a:off x="2569647" y="1651432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D95BDE9D-E132-347C-6BA2-179CB089F00C}"/>
              </a:ext>
            </a:extLst>
          </p:cNvPr>
          <p:cNvSpPr/>
          <p:nvPr/>
        </p:nvSpPr>
        <p:spPr>
          <a:xfrm>
            <a:off x="2569647" y="1585619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CEEF6B30-0735-5EEE-3B8D-E6D4B32CE811}"/>
              </a:ext>
            </a:extLst>
          </p:cNvPr>
          <p:cNvSpPr/>
          <p:nvPr/>
        </p:nvSpPr>
        <p:spPr>
          <a:xfrm>
            <a:off x="2549736" y="1850607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8FAEE26D-D5CC-289B-E90A-A3BA405F9150}"/>
              </a:ext>
            </a:extLst>
          </p:cNvPr>
          <p:cNvSpPr/>
          <p:nvPr/>
        </p:nvSpPr>
        <p:spPr>
          <a:xfrm>
            <a:off x="2563917" y="1714155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37CD4E46-3188-602A-2C9C-C608664579B0}"/>
              </a:ext>
            </a:extLst>
          </p:cNvPr>
          <p:cNvSpPr/>
          <p:nvPr/>
        </p:nvSpPr>
        <p:spPr>
          <a:xfrm>
            <a:off x="2716317" y="1795208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92875ABD-B784-35F9-E8F3-060CE4DBF5AA}"/>
              </a:ext>
            </a:extLst>
          </p:cNvPr>
          <p:cNvSpPr/>
          <p:nvPr/>
        </p:nvSpPr>
        <p:spPr>
          <a:xfrm>
            <a:off x="2590800" y="818729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CB2142D6-F255-56EC-F167-3EDFD11E5791}"/>
              </a:ext>
            </a:extLst>
          </p:cNvPr>
          <p:cNvSpPr/>
          <p:nvPr/>
        </p:nvSpPr>
        <p:spPr>
          <a:xfrm>
            <a:off x="2616968" y="877825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1D260B34-E770-0481-9BBF-F5050D9A9107}"/>
              </a:ext>
            </a:extLst>
          </p:cNvPr>
          <p:cNvSpPr/>
          <p:nvPr/>
        </p:nvSpPr>
        <p:spPr>
          <a:xfrm>
            <a:off x="2598933" y="935962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CCEFBE5D-4B93-3164-DBCE-0C7D1176AA28}"/>
              </a:ext>
            </a:extLst>
          </p:cNvPr>
          <p:cNvSpPr/>
          <p:nvPr/>
        </p:nvSpPr>
        <p:spPr>
          <a:xfrm>
            <a:off x="2598933" y="993780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56337D20-98CD-0AD3-D34B-425EEE80BF70}"/>
              </a:ext>
            </a:extLst>
          </p:cNvPr>
          <p:cNvSpPr/>
          <p:nvPr/>
        </p:nvSpPr>
        <p:spPr>
          <a:xfrm>
            <a:off x="2626987" y="1062303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63A87B8-B924-A315-61F6-E5495FC5D140}"/>
              </a:ext>
            </a:extLst>
          </p:cNvPr>
          <p:cNvSpPr/>
          <p:nvPr/>
        </p:nvSpPr>
        <p:spPr>
          <a:xfrm>
            <a:off x="17843279" y="1094420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8F16CCFE-0F9F-769D-F4FD-DCC6BFCCB03F}"/>
              </a:ext>
            </a:extLst>
          </p:cNvPr>
          <p:cNvSpPr/>
          <p:nvPr/>
        </p:nvSpPr>
        <p:spPr>
          <a:xfrm>
            <a:off x="17843279" y="101129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3E75D65B-FA5F-7F96-9E60-AB72CB230069}"/>
              </a:ext>
            </a:extLst>
          </p:cNvPr>
          <p:cNvSpPr/>
          <p:nvPr/>
        </p:nvSpPr>
        <p:spPr>
          <a:xfrm>
            <a:off x="17843279" y="931259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350B6E4A-FA84-75A8-784E-0B49FCA514B0}"/>
              </a:ext>
            </a:extLst>
          </p:cNvPr>
          <p:cNvSpPr/>
          <p:nvPr/>
        </p:nvSpPr>
        <p:spPr>
          <a:xfrm>
            <a:off x="17843279" y="1565274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A791EDEC-6938-BC3F-8F67-2043DC6E962A}"/>
              </a:ext>
            </a:extLst>
          </p:cNvPr>
          <p:cNvSpPr/>
          <p:nvPr/>
        </p:nvSpPr>
        <p:spPr>
          <a:xfrm>
            <a:off x="17843279" y="165060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39BE6DCA-0948-53E2-7BDD-8962445DF376}"/>
              </a:ext>
            </a:extLst>
          </p:cNvPr>
          <p:cNvSpPr/>
          <p:nvPr/>
        </p:nvSpPr>
        <p:spPr>
          <a:xfrm>
            <a:off x="17843279" y="173441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5E889CEA-66A6-3181-8174-995F6DCEC131}"/>
              </a:ext>
            </a:extLst>
          </p:cNvPr>
          <p:cNvCxnSpPr>
            <a:stCxn id="107" idx="2"/>
            <a:endCxn id="7" idx="6"/>
          </p:cNvCxnSpPr>
          <p:nvPr/>
        </p:nvCxnSpPr>
        <p:spPr>
          <a:xfrm flipH="1" flipV="1">
            <a:off x="17187033" y="9373630"/>
            <a:ext cx="656246" cy="239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C27C68AD-324B-4108-CC53-FF93C5F1D8DA}"/>
              </a:ext>
            </a:extLst>
          </p:cNvPr>
          <p:cNvCxnSpPr>
            <a:stCxn id="107" idx="2"/>
            <a:endCxn id="3" idx="6"/>
          </p:cNvCxnSpPr>
          <p:nvPr/>
        </p:nvCxnSpPr>
        <p:spPr>
          <a:xfrm flipH="1">
            <a:off x="17187033" y="9612635"/>
            <a:ext cx="656246" cy="540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0EBA90AB-F47B-EABC-62FF-6295B9187AE7}"/>
              </a:ext>
            </a:extLst>
          </p:cNvPr>
          <p:cNvCxnSpPr>
            <a:stCxn id="107" idx="2"/>
            <a:endCxn id="5" idx="6"/>
          </p:cNvCxnSpPr>
          <p:nvPr/>
        </p:nvCxnSpPr>
        <p:spPr>
          <a:xfrm flipH="1">
            <a:off x="17187033" y="9612635"/>
            <a:ext cx="656246" cy="1319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6F5AAE46-9A89-E86D-FED4-9FBFBE291D88}"/>
              </a:ext>
            </a:extLst>
          </p:cNvPr>
          <p:cNvCxnSpPr>
            <a:stCxn id="107" idx="2"/>
            <a:endCxn id="19" idx="6"/>
          </p:cNvCxnSpPr>
          <p:nvPr/>
        </p:nvCxnSpPr>
        <p:spPr>
          <a:xfrm flipH="1">
            <a:off x="17187033" y="9612635"/>
            <a:ext cx="656246" cy="2098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1040">
            <a:extLst>
              <a:ext uri="{FF2B5EF4-FFF2-40B4-BE49-F238E27FC236}">
                <a16:creationId xmlns:a16="http://schemas.microsoft.com/office/drawing/2014/main" id="{5B7FFE9B-1CE2-8B49-3721-AF300E6434DE}"/>
              </a:ext>
            </a:extLst>
          </p:cNvPr>
          <p:cNvCxnSpPr>
            <a:stCxn id="107" idx="2"/>
            <a:endCxn id="2" idx="6"/>
          </p:cNvCxnSpPr>
          <p:nvPr/>
        </p:nvCxnSpPr>
        <p:spPr>
          <a:xfrm flipH="1">
            <a:off x="17187033" y="9612635"/>
            <a:ext cx="656246" cy="28775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recto 1044">
            <a:extLst>
              <a:ext uri="{FF2B5EF4-FFF2-40B4-BE49-F238E27FC236}">
                <a16:creationId xmlns:a16="http://schemas.microsoft.com/office/drawing/2014/main" id="{C838F21E-DA1B-84C6-3BA8-40407F81320E}"/>
              </a:ext>
            </a:extLst>
          </p:cNvPr>
          <p:cNvCxnSpPr>
            <a:stCxn id="94" idx="2"/>
            <a:endCxn id="7" idx="6"/>
          </p:cNvCxnSpPr>
          <p:nvPr/>
        </p:nvCxnSpPr>
        <p:spPr>
          <a:xfrm flipH="1" flipV="1">
            <a:off x="17187033" y="9373629"/>
            <a:ext cx="656246" cy="1039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D6AF3BA7-7AC6-F837-86AF-49DBB483E703}"/>
              </a:ext>
            </a:extLst>
          </p:cNvPr>
          <p:cNvCxnSpPr>
            <a:stCxn id="94" idx="2"/>
            <a:endCxn id="5" idx="6"/>
          </p:cNvCxnSpPr>
          <p:nvPr/>
        </p:nvCxnSpPr>
        <p:spPr>
          <a:xfrm flipH="1">
            <a:off x="17187033" y="10412965"/>
            <a:ext cx="656246" cy="5189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recto 1052">
            <a:extLst>
              <a:ext uri="{FF2B5EF4-FFF2-40B4-BE49-F238E27FC236}">
                <a16:creationId xmlns:a16="http://schemas.microsoft.com/office/drawing/2014/main" id="{D11C2244-8CAD-1427-1731-33C0909FCC47}"/>
              </a:ext>
            </a:extLst>
          </p:cNvPr>
          <p:cNvCxnSpPr>
            <a:stCxn id="94" idx="2"/>
            <a:endCxn id="3" idx="6"/>
          </p:cNvCxnSpPr>
          <p:nvPr/>
        </p:nvCxnSpPr>
        <p:spPr>
          <a:xfrm flipH="1" flipV="1">
            <a:off x="17187033" y="10152771"/>
            <a:ext cx="656246" cy="260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ector recto 1056">
            <a:extLst>
              <a:ext uri="{FF2B5EF4-FFF2-40B4-BE49-F238E27FC236}">
                <a16:creationId xmlns:a16="http://schemas.microsoft.com/office/drawing/2014/main" id="{5A49BD8A-EB9B-B122-ADC4-C1657D32EF16}"/>
              </a:ext>
            </a:extLst>
          </p:cNvPr>
          <p:cNvCxnSpPr>
            <a:stCxn id="94" idx="2"/>
            <a:endCxn id="2" idx="6"/>
          </p:cNvCxnSpPr>
          <p:nvPr/>
        </p:nvCxnSpPr>
        <p:spPr>
          <a:xfrm flipH="1">
            <a:off x="17187033" y="10412965"/>
            <a:ext cx="656246" cy="20772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 recto 1060">
            <a:extLst>
              <a:ext uri="{FF2B5EF4-FFF2-40B4-BE49-F238E27FC236}">
                <a16:creationId xmlns:a16="http://schemas.microsoft.com/office/drawing/2014/main" id="{2931E771-1437-C95B-CFA5-52C755A61414}"/>
              </a:ext>
            </a:extLst>
          </p:cNvPr>
          <p:cNvCxnSpPr>
            <a:stCxn id="40" idx="2"/>
            <a:endCxn id="9" idx="6"/>
          </p:cNvCxnSpPr>
          <p:nvPr/>
        </p:nvCxnSpPr>
        <p:spPr>
          <a:xfrm flipH="1">
            <a:off x="17187033" y="1124424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1064">
            <a:extLst>
              <a:ext uri="{FF2B5EF4-FFF2-40B4-BE49-F238E27FC236}">
                <a16:creationId xmlns:a16="http://schemas.microsoft.com/office/drawing/2014/main" id="{E9B894D7-8203-AB3E-C534-F57AED97B5C4}"/>
              </a:ext>
            </a:extLst>
          </p:cNvPr>
          <p:cNvCxnSpPr>
            <a:stCxn id="40" idx="2"/>
            <a:endCxn id="7" idx="6"/>
          </p:cNvCxnSpPr>
          <p:nvPr/>
        </p:nvCxnSpPr>
        <p:spPr>
          <a:xfrm flipH="1" flipV="1">
            <a:off x="17187033" y="9373630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1068">
            <a:extLst>
              <a:ext uri="{FF2B5EF4-FFF2-40B4-BE49-F238E27FC236}">
                <a16:creationId xmlns:a16="http://schemas.microsoft.com/office/drawing/2014/main" id="{362FDF4C-0A4E-838C-BD38-CA3D2DA43BDA}"/>
              </a:ext>
            </a:extLst>
          </p:cNvPr>
          <p:cNvCxnSpPr>
            <a:stCxn id="40" idx="2"/>
            <a:endCxn id="3" idx="6"/>
          </p:cNvCxnSpPr>
          <p:nvPr/>
        </p:nvCxnSpPr>
        <p:spPr>
          <a:xfrm flipH="1" flipV="1">
            <a:off x="17187033" y="1015277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 recto 1072">
            <a:extLst>
              <a:ext uri="{FF2B5EF4-FFF2-40B4-BE49-F238E27FC236}">
                <a16:creationId xmlns:a16="http://schemas.microsoft.com/office/drawing/2014/main" id="{15078349-214F-4222-1DF4-242B1ECF98F4}"/>
              </a:ext>
            </a:extLst>
          </p:cNvPr>
          <p:cNvCxnSpPr>
            <a:stCxn id="115" idx="2"/>
            <a:endCxn id="16" idx="6"/>
          </p:cNvCxnSpPr>
          <p:nvPr/>
        </p:nvCxnSpPr>
        <p:spPr>
          <a:xfrm flipH="1" flipV="1">
            <a:off x="17187033" y="14827624"/>
            <a:ext cx="656246" cy="11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ector recto 1076">
            <a:extLst>
              <a:ext uri="{FF2B5EF4-FFF2-40B4-BE49-F238E27FC236}">
                <a16:creationId xmlns:a16="http://schemas.microsoft.com/office/drawing/2014/main" id="{40C2345A-5351-93F5-D812-4B35864DD610}"/>
              </a:ext>
            </a:extLst>
          </p:cNvPr>
          <p:cNvCxnSpPr>
            <a:stCxn id="115" idx="2"/>
            <a:endCxn id="23" idx="6"/>
          </p:cNvCxnSpPr>
          <p:nvPr/>
        </p:nvCxnSpPr>
        <p:spPr>
          <a:xfrm flipH="1" flipV="1">
            <a:off x="17187033" y="15606766"/>
            <a:ext cx="656246" cy="346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ector recto 1080">
            <a:extLst>
              <a:ext uri="{FF2B5EF4-FFF2-40B4-BE49-F238E27FC236}">
                <a16:creationId xmlns:a16="http://schemas.microsoft.com/office/drawing/2014/main" id="{A1EA0E2B-8503-8E66-26C8-016BCF0BB102}"/>
              </a:ext>
            </a:extLst>
          </p:cNvPr>
          <p:cNvCxnSpPr>
            <a:stCxn id="115" idx="2"/>
            <a:endCxn id="20" idx="6"/>
          </p:cNvCxnSpPr>
          <p:nvPr/>
        </p:nvCxnSpPr>
        <p:spPr>
          <a:xfrm flipH="1">
            <a:off x="17187033" y="15952781"/>
            <a:ext cx="656246" cy="433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1084">
            <a:extLst>
              <a:ext uri="{FF2B5EF4-FFF2-40B4-BE49-F238E27FC236}">
                <a16:creationId xmlns:a16="http://schemas.microsoft.com/office/drawing/2014/main" id="{FEBE3199-8941-59E2-EE68-F25E78FF476C}"/>
              </a:ext>
            </a:extLst>
          </p:cNvPr>
          <p:cNvCxnSpPr>
            <a:stCxn id="115" idx="2"/>
            <a:endCxn id="22" idx="6"/>
          </p:cNvCxnSpPr>
          <p:nvPr/>
        </p:nvCxnSpPr>
        <p:spPr>
          <a:xfrm flipH="1">
            <a:off x="17187033" y="15952781"/>
            <a:ext cx="656246" cy="1212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CF9DA037-1AE5-2610-F613-2978B2AC3535}"/>
              </a:ext>
            </a:extLst>
          </p:cNvPr>
          <p:cNvCxnSpPr>
            <a:stCxn id="115" idx="2"/>
            <a:endCxn id="24" idx="6"/>
          </p:cNvCxnSpPr>
          <p:nvPr/>
        </p:nvCxnSpPr>
        <p:spPr>
          <a:xfrm flipH="1">
            <a:off x="17187033" y="15952781"/>
            <a:ext cx="656246" cy="19914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recto 1092">
            <a:extLst>
              <a:ext uri="{FF2B5EF4-FFF2-40B4-BE49-F238E27FC236}">
                <a16:creationId xmlns:a16="http://schemas.microsoft.com/office/drawing/2014/main" id="{F9E23A88-0FC9-0A8C-A9E8-6B3B3695B958}"/>
              </a:ext>
            </a:extLst>
          </p:cNvPr>
          <p:cNvCxnSpPr>
            <a:stCxn id="119" idx="2"/>
            <a:endCxn id="16" idx="6"/>
          </p:cNvCxnSpPr>
          <p:nvPr/>
        </p:nvCxnSpPr>
        <p:spPr>
          <a:xfrm flipH="1" flipV="1">
            <a:off x="17187033" y="14827624"/>
            <a:ext cx="656246" cy="1978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306E4037-F7D3-FBA6-A786-746D3B397DF7}"/>
              </a:ext>
            </a:extLst>
          </p:cNvPr>
          <p:cNvCxnSpPr>
            <a:stCxn id="119" idx="2"/>
            <a:endCxn id="20" idx="6"/>
          </p:cNvCxnSpPr>
          <p:nvPr/>
        </p:nvCxnSpPr>
        <p:spPr>
          <a:xfrm flipH="1" flipV="1">
            <a:off x="17187033" y="16385908"/>
            <a:ext cx="656246" cy="420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Conector recto 1100">
            <a:extLst>
              <a:ext uri="{FF2B5EF4-FFF2-40B4-BE49-F238E27FC236}">
                <a16:creationId xmlns:a16="http://schemas.microsoft.com/office/drawing/2014/main" id="{CD116564-55EE-F648-BB77-9798598B6BA4}"/>
              </a:ext>
            </a:extLst>
          </p:cNvPr>
          <p:cNvCxnSpPr>
            <a:stCxn id="119" idx="2"/>
            <a:endCxn id="22" idx="6"/>
          </p:cNvCxnSpPr>
          <p:nvPr/>
        </p:nvCxnSpPr>
        <p:spPr>
          <a:xfrm flipH="1">
            <a:off x="17187033" y="16806105"/>
            <a:ext cx="656246" cy="358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D76A6E7E-D937-7F3F-BD38-EFB357593A60}"/>
              </a:ext>
            </a:extLst>
          </p:cNvPr>
          <p:cNvCxnSpPr>
            <a:stCxn id="119" idx="2"/>
            <a:endCxn id="24" idx="6"/>
          </p:cNvCxnSpPr>
          <p:nvPr/>
        </p:nvCxnSpPr>
        <p:spPr>
          <a:xfrm flipH="1">
            <a:off x="17187033" y="16806105"/>
            <a:ext cx="656246" cy="113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205C0D69-244C-60A6-5E3F-86AC4D7CB92B}"/>
              </a:ext>
            </a:extLst>
          </p:cNvPr>
          <p:cNvCxnSpPr>
            <a:stCxn id="121" idx="2"/>
            <a:endCxn id="23" idx="6"/>
          </p:cNvCxnSpPr>
          <p:nvPr/>
        </p:nvCxnSpPr>
        <p:spPr>
          <a:xfrm flipH="1" flipV="1">
            <a:off x="17325703" y="15712209"/>
            <a:ext cx="517577" cy="1931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6B15C3A2-1482-922A-541B-BA958272F3CC}"/>
              </a:ext>
            </a:extLst>
          </p:cNvPr>
          <p:cNvCxnSpPr>
            <a:stCxn id="121" idx="2"/>
            <a:endCxn id="20" idx="6"/>
          </p:cNvCxnSpPr>
          <p:nvPr/>
        </p:nvCxnSpPr>
        <p:spPr>
          <a:xfrm flipH="1" flipV="1">
            <a:off x="17187033" y="16385907"/>
            <a:ext cx="656246" cy="125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Conector recto 1116">
            <a:extLst>
              <a:ext uri="{FF2B5EF4-FFF2-40B4-BE49-F238E27FC236}">
                <a16:creationId xmlns:a16="http://schemas.microsoft.com/office/drawing/2014/main" id="{E1E04AEE-E166-3876-5497-84C2D67E6718}"/>
              </a:ext>
            </a:extLst>
          </p:cNvPr>
          <p:cNvCxnSpPr>
            <a:stCxn id="121" idx="2"/>
            <a:endCxn id="24" idx="6"/>
          </p:cNvCxnSpPr>
          <p:nvPr/>
        </p:nvCxnSpPr>
        <p:spPr>
          <a:xfrm flipH="1">
            <a:off x="17187033" y="17644155"/>
            <a:ext cx="656246" cy="300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09E6F599-5751-0007-8357-AFBDC73A8B53}"/>
              </a:ext>
            </a:extLst>
          </p:cNvPr>
          <p:cNvSpPr txBox="1"/>
          <p:nvPr/>
        </p:nvSpPr>
        <p:spPr>
          <a:xfrm>
            <a:off x="23686294" y="4211950"/>
            <a:ext cx="1164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Pérdida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ponderada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D4F6B1B6-0E5A-05EB-43DE-AC01495EF9A9}"/>
              </a:ext>
            </a:extLst>
          </p:cNvPr>
          <p:cNvSpPr txBox="1"/>
          <p:nvPr/>
        </p:nvSpPr>
        <p:spPr>
          <a:xfrm>
            <a:off x="13365795" y="2762005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Sinkhorn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0EBBE3DD-E905-5A13-71F7-23C1B4B2281B}"/>
              </a:ext>
            </a:extLst>
          </p:cNvPr>
          <p:cNvCxnSpPr>
            <a:cxnSpLocks/>
          </p:cNvCxnSpPr>
          <p:nvPr/>
        </p:nvCxnSpPr>
        <p:spPr>
          <a:xfrm>
            <a:off x="18665037" y="1353796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C94F242A-E950-5A5B-5CC6-8FADC6F3CB8E}"/>
              </a:ext>
            </a:extLst>
          </p:cNvPr>
          <p:cNvSpPr txBox="1"/>
          <p:nvPr/>
        </p:nvSpPr>
        <p:spPr>
          <a:xfrm>
            <a:off x="18724133" y="1262043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9FB76A93-313A-F082-AAD6-6B2A75584CF3}"/>
              </a:ext>
            </a:extLst>
          </p:cNvPr>
          <p:cNvCxnSpPr>
            <a:cxnSpLocks/>
          </p:cNvCxnSpPr>
          <p:nvPr/>
        </p:nvCxnSpPr>
        <p:spPr>
          <a:xfrm flipV="1">
            <a:off x="16879402" y="8042684"/>
            <a:ext cx="0" cy="8470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EC5FB723-2382-198C-F72C-D68AE8671077}"/>
              </a:ext>
            </a:extLst>
          </p:cNvPr>
          <p:cNvSpPr txBox="1"/>
          <p:nvPr/>
        </p:nvSpPr>
        <p:spPr>
          <a:xfrm>
            <a:off x="17166855" y="7979693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22A798D0-2455-DF80-7773-DD76AE4252EF}"/>
              </a:ext>
            </a:extLst>
          </p:cNvPr>
          <p:cNvCxnSpPr>
            <a:cxnSpLocks/>
          </p:cNvCxnSpPr>
          <p:nvPr/>
        </p:nvCxnSpPr>
        <p:spPr>
          <a:xfrm flipV="1">
            <a:off x="20316257" y="6681254"/>
            <a:ext cx="3341352" cy="7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2" descr="Output image">
            <a:extLst>
              <a:ext uri="{FF2B5EF4-FFF2-40B4-BE49-F238E27FC236}">
                <a16:creationId xmlns:a16="http://schemas.microsoft.com/office/drawing/2014/main" id="{000180AF-1D9D-FABE-C1B2-192356F2A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1182367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C4AE14DD-67EE-0133-CBD1-D13316CC0E48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21983346" y="6688542"/>
            <a:ext cx="1" cy="51351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AF807D55-AF34-B584-824F-997EC1572A07}"/>
                  </a:ext>
                </a:extLst>
              </p:cNvPr>
              <p:cNvSpPr txBox="1"/>
              <p:nvPr/>
            </p:nvSpPr>
            <p:spPr>
              <a:xfrm>
                <a:off x="6640665" y="5029044"/>
                <a:ext cx="14881792" cy="2394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𝑆𝑖𝑛𝑘h𝑜𝑟𝑛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s-MX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r>
                              <a:rPr lang="es-MX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𝜋𝜖</m:t>
                            </m:r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es-MX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d>
                                  <m:dPr>
                                    <m:ctrlP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mr>
                      </m:m>
                      <m:d>
                        <m:dPr>
                          <m:begChr m:val="⟨"/>
                          <m:endChr m:val="⟩"/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11EC6F3A-ADE1-689E-E7B7-7532A3E80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665" y="5029044"/>
                <a:ext cx="14881792" cy="2394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6B9DC35-D5C3-8DB9-03BB-C62297641C1B}"/>
                  </a:ext>
                </a:extLst>
              </p:cNvPr>
              <p:cNvSpPr txBox="1"/>
              <p:nvPr/>
            </p:nvSpPr>
            <p:spPr>
              <a:xfrm>
                <a:off x="23987297" y="6834241"/>
                <a:ext cx="899641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540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b="0" i="1" smtClean="0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5400" i="1">
                              <a:solidFill>
                                <a:srgbClr val="CF7F8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5400" i="1">
                                  <a:solidFill>
                                    <a:srgbClr val="CF7F8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s-MX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d>
                        <m:dPr>
                          <m:ctrlP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s-MX" sz="5400" i="1">
                              <a:solidFill>
                                <a:srgbClr val="98B8A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MX" sz="5400" i="1">
                                  <a:solidFill>
                                    <a:srgbClr val="98B8A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58A6EF-A7F3-395C-42F6-C0A7938EF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7297" y="6834241"/>
                <a:ext cx="8996418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echa: curvada hacia abajo 10">
            <a:extLst>
              <a:ext uri="{FF2B5EF4-FFF2-40B4-BE49-F238E27FC236}">
                <a16:creationId xmlns:a16="http://schemas.microsoft.com/office/drawing/2014/main" id="{694BED22-0AC3-0508-67F7-28ECF18E7ED7}"/>
              </a:ext>
            </a:extLst>
          </p:cNvPr>
          <p:cNvSpPr/>
          <p:nvPr/>
        </p:nvSpPr>
        <p:spPr>
          <a:xfrm flipH="1">
            <a:off x="7982451" y="1242865"/>
            <a:ext cx="18060905" cy="2674013"/>
          </a:xfrm>
          <a:prstGeom prst="curvedDownArrow">
            <a:avLst/>
          </a:prstGeom>
          <a:solidFill>
            <a:srgbClr val="A99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14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C815-2F12-3234-9730-1DF07A65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96A3801B-3BB3-4051-EBB9-8D8D42817278}"/>
              </a:ext>
            </a:extLst>
          </p:cNvPr>
          <p:cNvSpPr/>
          <p:nvPr/>
        </p:nvSpPr>
        <p:spPr>
          <a:xfrm>
            <a:off x="7038229" y="4839937"/>
            <a:ext cx="13278029" cy="2928710"/>
          </a:xfrm>
          <a:prstGeom prst="roundRect">
            <a:avLst>
              <a:gd name="adj" fmla="val 5953"/>
            </a:avLst>
          </a:prstGeom>
          <a:solidFill>
            <a:srgbClr val="E0DDFF"/>
          </a:solidFill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FCA397A-F57F-C468-BF6A-28AC22B5980F}"/>
              </a:ext>
            </a:extLst>
          </p:cNvPr>
          <p:cNvSpPr/>
          <p:nvPr/>
        </p:nvSpPr>
        <p:spPr>
          <a:xfrm>
            <a:off x="23620978" y="5272670"/>
            <a:ext cx="12650222" cy="2831744"/>
          </a:xfrm>
          <a:prstGeom prst="roundRect">
            <a:avLst>
              <a:gd name="adj" fmla="val 595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DE08CFAC-310A-C6DC-8CF1-8B4C56769318}"/>
              </a:ext>
            </a:extLst>
          </p:cNvPr>
          <p:cNvSpPr/>
          <p:nvPr/>
        </p:nvSpPr>
        <p:spPr>
          <a:xfrm>
            <a:off x="7982451" y="8692240"/>
            <a:ext cx="2771274" cy="8839200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9E471D77-972D-A50B-2A01-B0FEA12E9E54}"/>
              </a:ext>
            </a:extLst>
          </p:cNvPr>
          <p:cNvSpPr/>
          <p:nvPr/>
        </p:nvSpPr>
        <p:spPr>
          <a:xfrm>
            <a:off x="10033451" y="9452846"/>
            <a:ext cx="2293905" cy="7316594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389C3F6F-B29E-E9DC-8B03-E4C0B550995F}"/>
              </a:ext>
            </a:extLst>
          </p:cNvPr>
          <p:cNvSpPr/>
          <p:nvPr/>
        </p:nvSpPr>
        <p:spPr>
          <a:xfrm>
            <a:off x="11607080" y="10652085"/>
            <a:ext cx="1541932" cy="4918116"/>
          </a:xfrm>
          <a:prstGeom prst="cube">
            <a:avLst>
              <a:gd name="adj" fmla="val 87500"/>
            </a:avLst>
          </a:prstGeom>
          <a:solidFill>
            <a:srgbClr val="7A6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D46774-563D-23B8-1815-37A5B47A82C7}"/>
              </a:ext>
            </a:extLst>
          </p:cNvPr>
          <p:cNvSpPr/>
          <p:nvPr/>
        </p:nvSpPr>
        <p:spPr>
          <a:xfrm>
            <a:off x="2587040" y="8104414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A8535D5-25B1-4E07-5387-810A9D3BA20F}"/>
              </a:ext>
            </a:extLst>
          </p:cNvPr>
          <p:cNvSpPr/>
          <p:nvPr/>
        </p:nvSpPr>
        <p:spPr>
          <a:xfrm>
            <a:off x="2587040" y="15511581"/>
            <a:ext cx="3550270" cy="355027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FD365CCF-9496-D9E4-5513-8F1EDEC7C54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137311" y="9879550"/>
            <a:ext cx="1845141" cy="3856897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27DB134F-1A38-D1C0-018F-119E487986AC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137311" y="13736446"/>
            <a:ext cx="1845141" cy="3550270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F2D89F39-C3FC-10E8-34D3-8EB50D0E30E1}"/>
                  </a:ext>
                </a:extLst>
              </p:cNvPr>
              <p:cNvSpPr txBox="1"/>
              <p:nvPr/>
            </p:nvSpPr>
            <p:spPr>
              <a:xfrm>
                <a:off x="511874" y="5824019"/>
                <a:ext cx="630630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</a:t>
                </a:r>
                <a:r>
                  <a:rPr lang="es-MX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4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</a:t>
                </a:r>
                <a:r>
                  <a:rPr lang="es-MX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s-MX" sz="4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F2D89F39-C3FC-10E8-34D3-8EB50D0E3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4" y="5824019"/>
                <a:ext cx="6306308" cy="1569660"/>
              </a:xfrm>
              <a:prstGeom prst="rect">
                <a:avLst/>
              </a:prstGeom>
              <a:blipFill>
                <a:blip r:embed="rId2"/>
                <a:stretch>
                  <a:fillRect t="-8527" b="-197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2EAF9BB-17C2-4966-C459-A86774E2CF3A}"/>
                  </a:ext>
                </a:extLst>
              </p:cNvPr>
              <p:cNvSpPr txBox="1"/>
              <p:nvPr/>
            </p:nvSpPr>
            <p:spPr>
              <a:xfrm>
                <a:off x="511874" y="13281632"/>
                <a:ext cx="630630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</a:t>
                </a:r>
                <a:r>
                  <a:rPr lang="es-MX" sz="4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</a:t>
                </a:r>
                <a:endParaRPr lang="en-US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4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42EAF9BB-17C2-4966-C459-A86774E2C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4" y="13281632"/>
                <a:ext cx="6306308" cy="1569660"/>
              </a:xfrm>
              <a:prstGeom prst="rect">
                <a:avLst/>
              </a:prstGeom>
              <a:blipFill>
                <a:blip r:embed="rId3"/>
                <a:stretch>
                  <a:fillRect t="-8560" b="-202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5E51D5C-E4E9-4F38-2DC7-B0B480501B14}"/>
              </a:ext>
            </a:extLst>
          </p:cNvPr>
          <p:cNvCxnSpPr/>
          <p:nvPr/>
        </p:nvCxnSpPr>
        <p:spPr>
          <a:xfrm>
            <a:off x="13149012" y="13537960"/>
            <a:ext cx="2057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95E117B9-6C9C-DC3B-2DBD-64D47D55DB6E}"/>
              </a:ext>
            </a:extLst>
          </p:cNvPr>
          <p:cNvSpPr/>
          <p:nvPr/>
        </p:nvSpPr>
        <p:spPr>
          <a:xfrm>
            <a:off x="16586961" y="1219016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3397C3C-E774-429D-C87D-5D0052EC70A9}"/>
              </a:ext>
            </a:extLst>
          </p:cNvPr>
          <p:cNvSpPr/>
          <p:nvPr/>
        </p:nvSpPr>
        <p:spPr>
          <a:xfrm>
            <a:off x="16586961" y="985273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4EAC90D-DD77-EE92-615D-CE2CB8D025C7}"/>
              </a:ext>
            </a:extLst>
          </p:cNvPr>
          <p:cNvSpPr/>
          <p:nvPr/>
        </p:nvSpPr>
        <p:spPr>
          <a:xfrm>
            <a:off x="16586961" y="1063187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9F6B62D-851C-4573-A244-F26BD06AD9F0}"/>
              </a:ext>
            </a:extLst>
          </p:cNvPr>
          <p:cNvSpPr/>
          <p:nvPr/>
        </p:nvSpPr>
        <p:spPr>
          <a:xfrm>
            <a:off x="16586961" y="907359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3779196-9104-E67F-D71B-55A6B7B25F9F}"/>
              </a:ext>
            </a:extLst>
          </p:cNvPr>
          <p:cNvSpPr/>
          <p:nvPr/>
        </p:nvSpPr>
        <p:spPr>
          <a:xfrm>
            <a:off x="16586961" y="1296930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B5EF522A-550E-919F-3AB5-0716AE9970CC}"/>
              </a:ext>
            </a:extLst>
          </p:cNvPr>
          <p:cNvSpPr/>
          <p:nvPr/>
        </p:nvSpPr>
        <p:spPr>
          <a:xfrm>
            <a:off x="16586961" y="14527587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40AE6A5-EEBB-9A35-8723-0C754134D554}"/>
              </a:ext>
            </a:extLst>
          </p:cNvPr>
          <p:cNvSpPr/>
          <p:nvPr/>
        </p:nvSpPr>
        <p:spPr>
          <a:xfrm>
            <a:off x="16586961" y="1374844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A969EA4-F6EB-315C-C445-A84D1B49C540}"/>
              </a:ext>
            </a:extLst>
          </p:cNvPr>
          <p:cNvSpPr/>
          <p:nvPr/>
        </p:nvSpPr>
        <p:spPr>
          <a:xfrm>
            <a:off x="16586961" y="114110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FB47CE4-773C-934D-24F4-E1D1B37D0C75}"/>
              </a:ext>
            </a:extLst>
          </p:cNvPr>
          <p:cNvSpPr/>
          <p:nvPr/>
        </p:nvSpPr>
        <p:spPr>
          <a:xfrm>
            <a:off x="16586961" y="16085871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F42A21D-2986-9757-71E2-7D2E921DB847}"/>
              </a:ext>
            </a:extLst>
          </p:cNvPr>
          <p:cNvSpPr/>
          <p:nvPr/>
        </p:nvSpPr>
        <p:spPr>
          <a:xfrm>
            <a:off x="16586961" y="16865013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396AE24-CFF5-AFAA-8D41-24ABFF3482CC}"/>
              </a:ext>
            </a:extLst>
          </p:cNvPr>
          <p:cNvSpPr/>
          <p:nvPr/>
        </p:nvSpPr>
        <p:spPr>
          <a:xfrm>
            <a:off x="16586961" y="153067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2F1CF84-40C3-E51F-180C-684890061ECF}"/>
              </a:ext>
            </a:extLst>
          </p:cNvPr>
          <p:cNvSpPr/>
          <p:nvPr/>
        </p:nvSpPr>
        <p:spPr>
          <a:xfrm>
            <a:off x="16586961" y="17644155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829635D-BC47-685C-7B73-01428A6C8000}"/>
              </a:ext>
            </a:extLst>
          </p:cNvPr>
          <p:cNvSpPr/>
          <p:nvPr/>
        </p:nvSpPr>
        <p:spPr>
          <a:xfrm>
            <a:off x="17843279" y="1483991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A99E734D-CD23-3213-E690-27FA52D50329}"/>
              </a:ext>
            </a:extLst>
          </p:cNvPr>
          <p:cNvSpPr/>
          <p:nvPr/>
        </p:nvSpPr>
        <p:spPr>
          <a:xfrm>
            <a:off x="17843279" y="1250249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044C9EF-321A-1AD8-3F4C-FC0B394CD1EF}"/>
              </a:ext>
            </a:extLst>
          </p:cNvPr>
          <p:cNvSpPr/>
          <p:nvPr/>
        </p:nvSpPr>
        <p:spPr>
          <a:xfrm>
            <a:off x="17843279" y="1328163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ACBC726-074F-A0E8-3BE1-16BB7B5C20F7}"/>
              </a:ext>
            </a:extLst>
          </p:cNvPr>
          <p:cNvSpPr/>
          <p:nvPr/>
        </p:nvSpPr>
        <p:spPr>
          <a:xfrm>
            <a:off x="17843279" y="1172334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503946D-976E-F092-5DA8-57260E0836A9}"/>
              </a:ext>
            </a:extLst>
          </p:cNvPr>
          <p:cNvSpPr/>
          <p:nvPr/>
        </p:nvSpPr>
        <p:spPr>
          <a:xfrm>
            <a:off x="17843279" y="1406077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01465DC-7FC4-4BEC-F07F-576E3AF16220}"/>
              </a:ext>
            </a:extLst>
          </p:cNvPr>
          <p:cNvSpPr/>
          <p:nvPr/>
        </p:nvSpPr>
        <p:spPr>
          <a:xfrm>
            <a:off x="15330643" y="1169751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37CD00CA-1F04-39CC-93FF-36EA8ED0FAF0}"/>
              </a:ext>
            </a:extLst>
          </p:cNvPr>
          <p:cNvSpPr/>
          <p:nvPr/>
        </p:nvSpPr>
        <p:spPr>
          <a:xfrm>
            <a:off x="15330643" y="1013922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BFAA9E8-3328-72E4-4C11-8FF3E46023C2}"/>
              </a:ext>
            </a:extLst>
          </p:cNvPr>
          <p:cNvSpPr/>
          <p:nvPr/>
        </p:nvSpPr>
        <p:spPr>
          <a:xfrm>
            <a:off x="15330643" y="1247665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D1940918-9246-27E4-10FD-1CEFE7DB7545}"/>
              </a:ext>
            </a:extLst>
          </p:cNvPr>
          <p:cNvSpPr/>
          <p:nvPr/>
        </p:nvSpPr>
        <p:spPr>
          <a:xfrm>
            <a:off x="15330643" y="1403493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23AB747-0F43-108A-CA67-F3665CCE6CBF}"/>
              </a:ext>
            </a:extLst>
          </p:cNvPr>
          <p:cNvSpPr/>
          <p:nvPr/>
        </p:nvSpPr>
        <p:spPr>
          <a:xfrm>
            <a:off x="15330643" y="1325579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37100875-AA0C-7727-FDB3-3AF5EE165A05}"/>
              </a:ext>
            </a:extLst>
          </p:cNvPr>
          <p:cNvSpPr/>
          <p:nvPr/>
        </p:nvSpPr>
        <p:spPr>
          <a:xfrm>
            <a:off x="15330643" y="109183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739D9AB9-E7E1-1250-9E13-C4E5BD4DBB44}"/>
              </a:ext>
            </a:extLst>
          </p:cNvPr>
          <p:cNvSpPr/>
          <p:nvPr/>
        </p:nvSpPr>
        <p:spPr>
          <a:xfrm>
            <a:off x="15330643" y="15593220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F574B118-40B2-DAE5-719F-089A2707CE6F}"/>
              </a:ext>
            </a:extLst>
          </p:cNvPr>
          <p:cNvSpPr/>
          <p:nvPr/>
        </p:nvSpPr>
        <p:spPr>
          <a:xfrm>
            <a:off x="15330643" y="16372362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CF2F6BAB-5873-35E6-235D-04F4CBDF68A8}"/>
              </a:ext>
            </a:extLst>
          </p:cNvPr>
          <p:cNvSpPr/>
          <p:nvPr/>
        </p:nvSpPr>
        <p:spPr>
          <a:xfrm>
            <a:off x="15330643" y="1481407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1C727C2-BF0A-5202-170F-79B76B3638EF}"/>
              </a:ext>
            </a:extLst>
          </p:cNvPr>
          <p:cNvSpPr txBox="1"/>
          <p:nvPr/>
        </p:nvSpPr>
        <p:spPr>
          <a:xfrm>
            <a:off x="19107407" y="19240913"/>
            <a:ext cx="5795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results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4B086AB9-D4E8-D173-352A-DD71E1844EE7}"/>
              </a:ext>
            </a:extLst>
          </p:cNvPr>
          <p:cNvSpPr txBox="1"/>
          <p:nvPr/>
        </p:nvSpPr>
        <p:spPr>
          <a:xfrm>
            <a:off x="753573" y="19315888"/>
            <a:ext cx="6306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STFT magnitude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D4A4D188-4647-9F3F-70CB-D30F626614B4}"/>
              </a:ext>
            </a:extLst>
          </p:cNvPr>
          <p:cNvSpPr txBox="1"/>
          <p:nvPr/>
        </p:nvSpPr>
        <p:spPr>
          <a:xfrm>
            <a:off x="7662053" y="19315888"/>
            <a:ext cx="5795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estimator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F647F49-EDE5-ED1E-1899-AED90354805D}"/>
              </a:ext>
            </a:extLst>
          </p:cNvPr>
          <p:cNvSpPr txBox="1"/>
          <p:nvPr/>
        </p:nvSpPr>
        <p:spPr>
          <a:xfrm>
            <a:off x="14081560" y="19320645"/>
            <a:ext cx="54841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neuron layer</a:t>
            </a:r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F8E29BF9-51DC-44E5-27B8-8D27BC7A0226}"/>
              </a:ext>
            </a:extLst>
          </p:cNvPr>
          <p:cNvCxnSpPr>
            <a:stCxn id="49" idx="6"/>
            <a:endCxn id="7" idx="2"/>
          </p:cNvCxnSpPr>
          <p:nvPr/>
        </p:nvCxnSpPr>
        <p:spPr>
          <a:xfrm flipV="1">
            <a:off x="15930715" y="937363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21470BE7-3815-EB31-926A-3B088782DB8C}"/>
              </a:ext>
            </a:extLst>
          </p:cNvPr>
          <p:cNvCxnSpPr>
            <a:stCxn id="49" idx="6"/>
            <a:endCxn id="3" idx="2"/>
          </p:cNvCxnSpPr>
          <p:nvPr/>
        </p:nvCxnSpPr>
        <p:spPr>
          <a:xfrm flipV="1">
            <a:off x="15930715" y="1015277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44B84144-290A-D6FB-09B0-B43B7C1BBB76}"/>
              </a:ext>
            </a:extLst>
          </p:cNvPr>
          <p:cNvCxnSpPr>
            <a:stCxn id="49" idx="6"/>
          </p:cNvCxnSpPr>
          <p:nvPr/>
        </p:nvCxnSpPr>
        <p:spPr>
          <a:xfrm>
            <a:off x="15930715" y="1043926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D5E1C9E8-4B4E-062F-7D78-787BC4BD2338}"/>
              </a:ext>
            </a:extLst>
          </p:cNvPr>
          <p:cNvCxnSpPr>
            <a:stCxn id="49" idx="6"/>
            <a:endCxn id="19" idx="2"/>
          </p:cNvCxnSpPr>
          <p:nvPr/>
        </p:nvCxnSpPr>
        <p:spPr>
          <a:xfrm>
            <a:off x="15930715" y="1043926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AFC87D66-66C1-B701-2F0A-8D1597BAAD8E}"/>
              </a:ext>
            </a:extLst>
          </p:cNvPr>
          <p:cNvCxnSpPr>
            <a:stCxn id="49" idx="6"/>
            <a:endCxn id="2" idx="2"/>
          </p:cNvCxnSpPr>
          <p:nvPr/>
        </p:nvCxnSpPr>
        <p:spPr>
          <a:xfrm>
            <a:off x="15930715" y="1043926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4948E46F-CDFB-9662-CB58-5E2CC2A20131}"/>
              </a:ext>
            </a:extLst>
          </p:cNvPr>
          <p:cNvCxnSpPr>
            <a:stCxn id="49" idx="6"/>
            <a:endCxn id="9" idx="2"/>
          </p:cNvCxnSpPr>
          <p:nvPr/>
        </p:nvCxnSpPr>
        <p:spPr>
          <a:xfrm>
            <a:off x="15930715" y="1043926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1DCE9461-22A5-D36A-0701-1D9800667B3C}"/>
              </a:ext>
            </a:extLst>
          </p:cNvPr>
          <p:cNvCxnSpPr>
            <a:stCxn id="53" idx="6"/>
            <a:endCxn id="7" idx="2"/>
          </p:cNvCxnSpPr>
          <p:nvPr/>
        </p:nvCxnSpPr>
        <p:spPr>
          <a:xfrm flipV="1">
            <a:off x="15930715" y="937363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1E90A9F0-D776-1CB8-2768-7E99F1C72240}"/>
              </a:ext>
            </a:extLst>
          </p:cNvPr>
          <p:cNvCxnSpPr>
            <a:stCxn id="53" idx="6"/>
            <a:endCxn id="3" idx="2"/>
          </p:cNvCxnSpPr>
          <p:nvPr/>
        </p:nvCxnSpPr>
        <p:spPr>
          <a:xfrm flipV="1">
            <a:off x="15930715" y="10152772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82F2CA9B-133E-089D-B21E-A825D9034758}"/>
              </a:ext>
            </a:extLst>
          </p:cNvPr>
          <p:cNvCxnSpPr>
            <a:stCxn id="53" idx="6"/>
            <a:endCxn id="5" idx="2"/>
          </p:cNvCxnSpPr>
          <p:nvPr/>
        </p:nvCxnSpPr>
        <p:spPr>
          <a:xfrm flipV="1">
            <a:off x="15930715" y="1093191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65D2D295-4CBD-9EAC-A6A0-F1B120F3300A}"/>
              </a:ext>
            </a:extLst>
          </p:cNvPr>
          <p:cNvCxnSpPr>
            <a:stCxn id="48" idx="6"/>
            <a:endCxn id="5" idx="2"/>
          </p:cNvCxnSpPr>
          <p:nvPr/>
        </p:nvCxnSpPr>
        <p:spPr>
          <a:xfrm flipV="1">
            <a:off x="15930715" y="1093191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9C702D4-92B8-D24D-A90A-FAEB2EF216A7}"/>
              </a:ext>
            </a:extLst>
          </p:cNvPr>
          <p:cNvCxnSpPr>
            <a:stCxn id="48" idx="6"/>
            <a:endCxn id="19" idx="2"/>
          </p:cNvCxnSpPr>
          <p:nvPr/>
        </p:nvCxnSpPr>
        <p:spPr>
          <a:xfrm flipV="1">
            <a:off x="15930715" y="1171105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634CF4E-9ED6-0E62-AC89-93A467781198}"/>
              </a:ext>
            </a:extLst>
          </p:cNvPr>
          <p:cNvCxnSpPr>
            <a:stCxn id="48" idx="6"/>
            <a:endCxn id="9" idx="2"/>
          </p:cNvCxnSpPr>
          <p:nvPr/>
        </p:nvCxnSpPr>
        <p:spPr>
          <a:xfrm>
            <a:off x="15930715" y="1199754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A4C19E9-4179-23BC-9F66-45ED33E068A7}"/>
              </a:ext>
            </a:extLst>
          </p:cNvPr>
          <p:cNvCxnSpPr>
            <a:stCxn id="48" idx="6"/>
            <a:endCxn id="18" idx="2"/>
          </p:cNvCxnSpPr>
          <p:nvPr/>
        </p:nvCxnSpPr>
        <p:spPr>
          <a:xfrm>
            <a:off x="15930715" y="11997547"/>
            <a:ext cx="656246" cy="2050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16215D4-8273-4D31-CA41-48FDD7952364}"/>
              </a:ext>
            </a:extLst>
          </p:cNvPr>
          <p:cNvCxnSpPr>
            <a:stCxn id="48" idx="6"/>
            <a:endCxn id="16" idx="2"/>
          </p:cNvCxnSpPr>
          <p:nvPr/>
        </p:nvCxnSpPr>
        <p:spPr>
          <a:xfrm>
            <a:off x="15930715" y="11997547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40D3B54B-8025-A307-2E64-4D95ED8CF065}"/>
              </a:ext>
            </a:extLst>
          </p:cNvPr>
          <p:cNvCxnSpPr>
            <a:stCxn id="48" idx="6"/>
            <a:endCxn id="23" idx="2"/>
          </p:cNvCxnSpPr>
          <p:nvPr/>
        </p:nvCxnSpPr>
        <p:spPr>
          <a:xfrm>
            <a:off x="15930715" y="11997547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EBE4022A-BB4C-6B0F-22CC-1199D76E4B92}"/>
              </a:ext>
            </a:extLst>
          </p:cNvPr>
          <p:cNvCxnSpPr>
            <a:stCxn id="50" idx="6"/>
            <a:endCxn id="3" idx="2"/>
          </p:cNvCxnSpPr>
          <p:nvPr/>
        </p:nvCxnSpPr>
        <p:spPr>
          <a:xfrm flipV="1">
            <a:off x="15930715" y="1015277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77725230-E058-8B4D-4B53-A78192183B4F}"/>
              </a:ext>
            </a:extLst>
          </p:cNvPr>
          <p:cNvCxnSpPr>
            <a:stCxn id="50" idx="6"/>
            <a:endCxn id="19" idx="2"/>
          </p:cNvCxnSpPr>
          <p:nvPr/>
        </p:nvCxnSpPr>
        <p:spPr>
          <a:xfrm flipV="1">
            <a:off x="15930715" y="1171105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C877367-87C1-B890-13D5-674E04D0110B}"/>
              </a:ext>
            </a:extLst>
          </p:cNvPr>
          <p:cNvCxnSpPr>
            <a:stCxn id="50" idx="6"/>
            <a:endCxn id="2" idx="2"/>
          </p:cNvCxnSpPr>
          <p:nvPr/>
        </p:nvCxnSpPr>
        <p:spPr>
          <a:xfrm flipV="1">
            <a:off x="15930715" y="1249019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AF2D8D9D-1566-76D2-B62B-D727EBD45211}"/>
              </a:ext>
            </a:extLst>
          </p:cNvPr>
          <p:cNvCxnSpPr>
            <a:stCxn id="50" idx="6"/>
            <a:endCxn id="9" idx="2"/>
          </p:cNvCxnSpPr>
          <p:nvPr/>
        </p:nvCxnSpPr>
        <p:spPr>
          <a:xfrm>
            <a:off x="15930715" y="12776689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1558B1A-1779-D681-BC25-E4108D1428FB}"/>
              </a:ext>
            </a:extLst>
          </p:cNvPr>
          <p:cNvCxnSpPr>
            <a:stCxn id="50" idx="6"/>
            <a:endCxn id="18" idx="2"/>
          </p:cNvCxnSpPr>
          <p:nvPr/>
        </p:nvCxnSpPr>
        <p:spPr>
          <a:xfrm>
            <a:off x="15930715" y="1277668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1CC8D58D-668F-ED74-6628-50335B800143}"/>
              </a:ext>
            </a:extLst>
          </p:cNvPr>
          <p:cNvCxnSpPr>
            <a:stCxn id="50" idx="6"/>
            <a:endCxn id="23" idx="2"/>
          </p:cNvCxnSpPr>
          <p:nvPr/>
        </p:nvCxnSpPr>
        <p:spPr>
          <a:xfrm>
            <a:off x="15930715" y="12776689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619E865C-AC7F-DFE7-7DCF-A1034536E8B8}"/>
              </a:ext>
            </a:extLst>
          </p:cNvPr>
          <p:cNvCxnSpPr>
            <a:stCxn id="50" idx="6"/>
            <a:endCxn id="20" idx="2"/>
          </p:cNvCxnSpPr>
          <p:nvPr/>
        </p:nvCxnSpPr>
        <p:spPr>
          <a:xfrm>
            <a:off x="15930715" y="12776689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043DA234-5B95-FB3D-CA98-1D379C529C1F}"/>
              </a:ext>
            </a:extLst>
          </p:cNvPr>
          <p:cNvCxnSpPr>
            <a:stCxn id="50" idx="6"/>
            <a:endCxn id="22" idx="2"/>
          </p:cNvCxnSpPr>
          <p:nvPr/>
        </p:nvCxnSpPr>
        <p:spPr>
          <a:xfrm>
            <a:off x="15930715" y="12776689"/>
            <a:ext cx="656246" cy="4388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C4F8CD11-179C-41EA-E1A0-E4D3439B850C}"/>
              </a:ext>
            </a:extLst>
          </p:cNvPr>
          <p:cNvCxnSpPr>
            <a:stCxn id="52" idx="6"/>
            <a:endCxn id="19" idx="2"/>
          </p:cNvCxnSpPr>
          <p:nvPr/>
        </p:nvCxnSpPr>
        <p:spPr>
          <a:xfrm flipV="1">
            <a:off x="15930715" y="11711056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B0E7C1BB-119A-786C-4663-1E3727A30C79}"/>
              </a:ext>
            </a:extLst>
          </p:cNvPr>
          <p:cNvCxnSpPr>
            <a:stCxn id="52" idx="6"/>
            <a:endCxn id="2" idx="2"/>
          </p:cNvCxnSpPr>
          <p:nvPr/>
        </p:nvCxnSpPr>
        <p:spPr>
          <a:xfrm flipV="1">
            <a:off x="15930715" y="12490198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F5B23E08-0ACB-4F2C-AA6B-54D1194C702E}"/>
              </a:ext>
            </a:extLst>
          </p:cNvPr>
          <p:cNvCxnSpPr>
            <a:stCxn id="52" idx="6"/>
            <a:endCxn id="9" idx="2"/>
          </p:cNvCxnSpPr>
          <p:nvPr/>
        </p:nvCxnSpPr>
        <p:spPr>
          <a:xfrm flipV="1">
            <a:off x="15930715" y="13269340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A97CE5B8-40CA-BACD-9B4A-82DF0B6B621C}"/>
              </a:ext>
            </a:extLst>
          </p:cNvPr>
          <p:cNvCxnSpPr>
            <a:stCxn id="52" idx="6"/>
            <a:endCxn id="16" idx="2"/>
          </p:cNvCxnSpPr>
          <p:nvPr/>
        </p:nvCxnSpPr>
        <p:spPr>
          <a:xfrm>
            <a:off x="15930715" y="13555831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2790DC39-0FB1-DD7C-3F4D-334E12A84288}"/>
              </a:ext>
            </a:extLst>
          </p:cNvPr>
          <p:cNvCxnSpPr>
            <a:stCxn id="52" idx="6"/>
            <a:endCxn id="23" idx="2"/>
          </p:cNvCxnSpPr>
          <p:nvPr/>
        </p:nvCxnSpPr>
        <p:spPr>
          <a:xfrm>
            <a:off x="15930715" y="13555831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de flecha 125">
            <a:extLst>
              <a:ext uri="{FF2B5EF4-FFF2-40B4-BE49-F238E27FC236}">
                <a16:creationId xmlns:a16="http://schemas.microsoft.com/office/drawing/2014/main" id="{75281E5F-D8AA-157A-2199-825769AF6F18}"/>
              </a:ext>
            </a:extLst>
          </p:cNvPr>
          <p:cNvCxnSpPr>
            <a:stCxn id="52" idx="6"/>
            <a:endCxn id="20" idx="2"/>
          </p:cNvCxnSpPr>
          <p:nvPr/>
        </p:nvCxnSpPr>
        <p:spPr>
          <a:xfrm>
            <a:off x="15930715" y="13555831"/>
            <a:ext cx="656246" cy="2830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1023">
            <a:extLst>
              <a:ext uri="{FF2B5EF4-FFF2-40B4-BE49-F238E27FC236}">
                <a16:creationId xmlns:a16="http://schemas.microsoft.com/office/drawing/2014/main" id="{48184A1B-6693-BCAE-8DF3-CBC9EEE1EDBC}"/>
              </a:ext>
            </a:extLst>
          </p:cNvPr>
          <p:cNvCxnSpPr>
            <a:stCxn id="52" idx="6"/>
            <a:endCxn id="22" idx="2"/>
          </p:cNvCxnSpPr>
          <p:nvPr/>
        </p:nvCxnSpPr>
        <p:spPr>
          <a:xfrm>
            <a:off x="15930715" y="13555831"/>
            <a:ext cx="656246" cy="3609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1026">
            <a:extLst>
              <a:ext uri="{FF2B5EF4-FFF2-40B4-BE49-F238E27FC236}">
                <a16:creationId xmlns:a16="http://schemas.microsoft.com/office/drawing/2014/main" id="{EE949DCA-BAF3-5A9C-E0DD-86197268D7B9}"/>
              </a:ext>
            </a:extLst>
          </p:cNvPr>
          <p:cNvCxnSpPr>
            <a:stCxn id="51" idx="6"/>
            <a:endCxn id="2" idx="2"/>
          </p:cNvCxnSpPr>
          <p:nvPr/>
        </p:nvCxnSpPr>
        <p:spPr>
          <a:xfrm flipV="1">
            <a:off x="15930715" y="12490198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1030">
            <a:extLst>
              <a:ext uri="{FF2B5EF4-FFF2-40B4-BE49-F238E27FC236}">
                <a16:creationId xmlns:a16="http://schemas.microsoft.com/office/drawing/2014/main" id="{705FFF91-6E0E-DCD1-270B-FFC846FA7E26}"/>
              </a:ext>
            </a:extLst>
          </p:cNvPr>
          <p:cNvCxnSpPr>
            <a:stCxn id="51" idx="6"/>
            <a:endCxn id="9" idx="2"/>
          </p:cNvCxnSpPr>
          <p:nvPr/>
        </p:nvCxnSpPr>
        <p:spPr>
          <a:xfrm flipV="1">
            <a:off x="15930715" y="13269340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6520366C-59BE-2C18-5272-D19809063E0A}"/>
              </a:ext>
            </a:extLst>
          </p:cNvPr>
          <p:cNvCxnSpPr>
            <a:stCxn id="51" idx="6"/>
            <a:endCxn id="18" idx="2"/>
          </p:cNvCxnSpPr>
          <p:nvPr/>
        </p:nvCxnSpPr>
        <p:spPr>
          <a:xfrm flipV="1">
            <a:off x="15930715" y="14048482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Conector recto 1035">
            <a:extLst>
              <a:ext uri="{FF2B5EF4-FFF2-40B4-BE49-F238E27FC236}">
                <a16:creationId xmlns:a16="http://schemas.microsoft.com/office/drawing/2014/main" id="{F90BB8B6-215B-81D5-BB9A-715C7FDCC164}"/>
              </a:ext>
            </a:extLst>
          </p:cNvPr>
          <p:cNvCxnSpPr>
            <a:stCxn id="51" idx="6"/>
            <a:endCxn id="16" idx="2"/>
          </p:cNvCxnSpPr>
          <p:nvPr/>
        </p:nvCxnSpPr>
        <p:spPr>
          <a:xfrm>
            <a:off x="15930715" y="14334973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Conector recto 1037">
            <a:extLst>
              <a:ext uri="{FF2B5EF4-FFF2-40B4-BE49-F238E27FC236}">
                <a16:creationId xmlns:a16="http://schemas.microsoft.com/office/drawing/2014/main" id="{442413A1-3703-AFC5-8D45-21EC45B5F0A2}"/>
              </a:ext>
            </a:extLst>
          </p:cNvPr>
          <p:cNvCxnSpPr>
            <a:stCxn id="51" idx="6"/>
            <a:endCxn id="23" idx="2"/>
          </p:cNvCxnSpPr>
          <p:nvPr/>
        </p:nvCxnSpPr>
        <p:spPr>
          <a:xfrm>
            <a:off x="15930715" y="14334973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Conector recto 1039">
            <a:extLst>
              <a:ext uri="{FF2B5EF4-FFF2-40B4-BE49-F238E27FC236}">
                <a16:creationId xmlns:a16="http://schemas.microsoft.com/office/drawing/2014/main" id="{F9D31719-17D6-867E-0861-42D0ECB950FF}"/>
              </a:ext>
            </a:extLst>
          </p:cNvPr>
          <p:cNvCxnSpPr>
            <a:stCxn id="51" idx="6"/>
            <a:endCxn id="20" idx="2"/>
          </p:cNvCxnSpPr>
          <p:nvPr/>
        </p:nvCxnSpPr>
        <p:spPr>
          <a:xfrm>
            <a:off x="15930715" y="14334973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4FD8BE44-B4F1-59C0-2F3F-14800E8E602C}"/>
              </a:ext>
            </a:extLst>
          </p:cNvPr>
          <p:cNvCxnSpPr>
            <a:stCxn id="51" idx="6"/>
            <a:endCxn id="22" idx="2"/>
          </p:cNvCxnSpPr>
          <p:nvPr/>
        </p:nvCxnSpPr>
        <p:spPr>
          <a:xfrm>
            <a:off x="15930715" y="14334973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Conector recto 1043">
            <a:extLst>
              <a:ext uri="{FF2B5EF4-FFF2-40B4-BE49-F238E27FC236}">
                <a16:creationId xmlns:a16="http://schemas.microsoft.com/office/drawing/2014/main" id="{F82E923C-8EC6-4FEB-9043-0888B1265020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15930715" y="13269340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1045">
            <a:extLst>
              <a:ext uri="{FF2B5EF4-FFF2-40B4-BE49-F238E27FC236}">
                <a16:creationId xmlns:a16="http://schemas.microsoft.com/office/drawing/2014/main" id="{88AF75BE-13FC-C5F2-E93E-0E5015330E8D}"/>
              </a:ext>
            </a:extLst>
          </p:cNvPr>
          <p:cNvCxnSpPr>
            <a:stCxn id="56" idx="6"/>
            <a:endCxn id="16" idx="2"/>
          </p:cNvCxnSpPr>
          <p:nvPr/>
        </p:nvCxnSpPr>
        <p:spPr>
          <a:xfrm flipV="1">
            <a:off x="15930715" y="14827624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1047">
            <a:extLst>
              <a:ext uri="{FF2B5EF4-FFF2-40B4-BE49-F238E27FC236}">
                <a16:creationId xmlns:a16="http://schemas.microsoft.com/office/drawing/2014/main" id="{429CBD9C-B9D0-86F2-A2F9-A1766E466B42}"/>
              </a:ext>
            </a:extLst>
          </p:cNvPr>
          <p:cNvCxnSpPr>
            <a:stCxn id="56" idx="6"/>
            <a:endCxn id="20" idx="2"/>
          </p:cNvCxnSpPr>
          <p:nvPr/>
        </p:nvCxnSpPr>
        <p:spPr>
          <a:xfrm>
            <a:off x="15930715" y="15114115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1049">
            <a:extLst>
              <a:ext uri="{FF2B5EF4-FFF2-40B4-BE49-F238E27FC236}">
                <a16:creationId xmlns:a16="http://schemas.microsoft.com/office/drawing/2014/main" id="{1080E6D6-4159-0370-3C03-95CC923CCB2F}"/>
              </a:ext>
            </a:extLst>
          </p:cNvPr>
          <p:cNvCxnSpPr>
            <a:stCxn id="56" idx="6"/>
            <a:endCxn id="22" idx="2"/>
          </p:cNvCxnSpPr>
          <p:nvPr/>
        </p:nvCxnSpPr>
        <p:spPr>
          <a:xfrm>
            <a:off x="15930715" y="15114115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1051">
            <a:extLst>
              <a:ext uri="{FF2B5EF4-FFF2-40B4-BE49-F238E27FC236}">
                <a16:creationId xmlns:a16="http://schemas.microsoft.com/office/drawing/2014/main" id="{367A7C2E-9870-D1D4-ED5B-E088BE0F25F9}"/>
              </a:ext>
            </a:extLst>
          </p:cNvPr>
          <p:cNvCxnSpPr>
            <a:stCxn id="56" idx="6"/>
            <a:endCxn id="24" idx="2"/>
          </p:cNvCxnSpPr>
          <p:nvPr/>
        </p:nvCxnSpPr>
        <p:spPr>
          <a:xfrm>
            <a:off x="15930715" y="15114115"/>
            <a:ext cx="656246" cy="28300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1053">
            <a:extLst>
              <a:ext uri="{FF2B5EF4-FFF2-40B4-BE49-F238E27FC236}">
                <a16:creationId xmlns:a16="http://schemas.microsoft.com/office/drawing/2014/main" id="{8E30A7C4-EF65-5A5C-2AAC-F7C79B715C8A}"/>
              </a:ext>
            </a:extLst>
          </p:cNvPr>
          <p:cNvCxnSpPr>
            <a:stCxn id="54" idx="6"/>
            <a:endCxn id="18" idx="2"/>
          </p:cNvCxnSpPr>
          <p:nvPr/>
        </p:nvCxnSpPr>
        <p:spPr>
          <a:xfrm flipV="1">
            <a:off x="15930715" y="14048482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E50CE6FD-F91D-05D4-EC27-E362117ADF15}"/>
              </a:ext>
            </a:extLst>
          </p:cNvPr>
          <p:cNvCxnSpPr>
            <a:stCxn id="54" idx="6"/>
            <a:endCxn id="16" idx="2"/>
          </p:cNvCxnSpPr>
          <p:nvPr/>
        </p:nvCxnSpPr>
        <p:spPr>
          <a:xfrm flipV="1">
            <a:off x="15930715" y="14827624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1057">
            <a:extLst>
              <a:ext uri="{FF2B5EF4-FFF2-40B4-BE49-F238E27FC236}">
                <a16:creationId xmlns:a16="http://schemas.microsoft.com/office/drawing/2014/main" id="{0692D25B-E306-A1E6-A945-CFFD2D22ED89}"/>
              </a:ext>
            </a:extLst>
          </p:cNvPr>
          <p:cNvCxnSpPr>
            <a:stCxn id="54" idx="6"/>
            <a:endCxn id="23" idx="2"/>
          </p:cNvCxnSpPr>
          <p:nvPr/>
        </p:nvCxnSpPr>
        <p:spPr>
          <a:xfrm flipV="1">
            <a:off x="15930715" y="15606766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1059">
            <a:extLst>
              <a:ext uri="{FF2B5EF4-FFF2-40B4-BE49-F238E27FC236}">
                <a16:creationId xmlns:a16="http://schemas.microsoft.com/office/drawing/2014/main" id="{94CF03FD-4E89-CCD3-4A0B-DE03AE5B10E2}"/>
              </a:ext>
            </a:extLst>
          </p:cNvPr>
          <p:cNvCxnSpPr>
            <a:stCxn id="54" idx="6"/>
            <a:endCxn id="20" idx="2"/>
          </p:cNvCxnSpPr>
          <p:nvPr/>
        </p:nvCxnSpPr>
        <p:spPr>
          <a:xfrm>
            <a:off x="15930715" y="15893257"/>
            <a:ext cx="656246" cy="4926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1061">
            <a:extLst>
              <a:ext uri="{FF2B5EF4-FFF2-40B4-BE49-F238E27FC236}">
                <a16:creationId xmlns:a16="http://schemas.microsoft.com/office/drawing/2014/main" id="{F83023AB-6347-F48E-AAFB-F461211E1145}"/>
              </a:ext>
            </a:extLst>
          </p:cNvPr>
          <p:cNvCxnSpPr>
            <a:stCxn id="54" idx="6"/>
            <a:endCxn id="22" idx="2"/>
          </p:cNvCxnSpPr>
          <p:nvPr/>
        </p:nvCxnSpPr>
        <p:spPr>
          <a:xfrm>
            <a:off x="15930715" y="15893257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1063">
            <a:extLst>
              <a:ext uri="{FF2B5EF4-FFF2-40B4-BE49-F238E27FC236}">
                <a16:creationId xmlns:a16="http://schemas.microsoft.com/office/drawing/2014/main" id="{22E5E2AE-EBBD-B131-AF61-1E9A287FB96E}"/>
              </a:ext>
            </a:extLst>
          </p:cNvPr>
          <p:cNvCxnSpPr>
            <a:stCxn id="54" idx="6"/>
            <a:endCxn id="24" idx="2"/>
          </p:cNvCxnSpPr>
          <p:nvPr/>
        </p:nvCxnSpPr>
        <p:spPr>
          <a:xfrm>
            <a:off x="15930715" y="15893257"/>
            <a:ext cx="656246" cy="20509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1065">
            <a:extLst>
              <a:ext uri="{FF2B5EF4-FFF2-40B4-BE49-F238E27FC236}">
                <a16:creationId xmlns:a16="http://schemas.microsoft.com/office/drawing/2014/main" id="{D53F15FC-ACC7-B84C-09B5-03AA707007E6}"/>
              </a:ext>
            </a:extLst>
          </p:cNvPr>
          <p:cNvCxnSpPr>
            <a:stCxn id="55" idx="6"/>
            <a:endCxn id="18" idx="2"/>
          </p:cNvCxnSpPr>
          <p:nvPr/>
        </p:nvCxnSpPr>
        <p:spPr>
          <a:xfrm flipV="1">
            <a:off x="15930715" y="14048482"/>
            <a:ext cx="656246" cy="2623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1067">
            <a:extLst>
              <a:ext uri="{FF2B5EF4-FFF2-40B4-BE49-F238E27FC236}">
                <a16:creationId xmlns:a16="http://schemas.microsoft.com/office/drawing/2014/main" id="{1B6BDAF7-9E7B-CCD6-1895-7B0FFCC08776}"/>
              </a:ext>
            </a:extLst>
          </p:cNvPr>
          <p:cNvCxnSpPr>
            <a:stCxn id="55" idx="6"/>
            <a:endCxn id="16" idx="2"/>
          </p:cNvCxnSpPr>
          <p:nvPr/>
        </p:nvCxnSpPr>
        <p:spPr>
          <a:xfrm flipV="1">
            <a:off x="15930715" y="14827624"/>
            <a:ext cx="656246" cy="18447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1069">
            <a:extLst>
              <a:ext uri="{FF2B5EF4-FFF2-40B4-BE49-F238E27FC236}">
                <a16:creationId xmlns:a16="http://schemas.microsoft.com/office/drawing/2014/main" id="{3F895FA9-A2D1-B6BB-AC7F-84B03462F87C}"/>
              </a:ext>
            </a:extLst>
          </p:cNvPr>
          <p:cNvCxnSpPr>
            <a:stCxn id="55" idx="6"/>
            <a:endCxn id="23" idx="2"/>
          </p:cNvCxnSpPr>
          <p:nvPr/>
        </p:nvCxnSpPr>
        <p:spPr>
          <a:xfrm flipV="1">
            <a:off x="15930715" y="15606766"/>
            <a:ext cx="656246" cy="10656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1071">
            <a:extLst>
              <a:ext uri="{FF2B5EF4-FFF2-40B4-BE49-F238E27FC236}">
                <a16:creationId xmlns:a16="http://schemas.microsoft.com/office/drawing/2014/main" id="{7C54E6B4-5FC6-5ED4-0DBB-7BC4DD1170D5}"/>
              </a:ext>
            </a:extLst>
          </p:cNvPr>
          <p:cNvCxnSpPr>
            <a:stCxn id="55" idx="6"/>
            <a:endCxn id="20" idx="2"/>
          </p:cNvCxnSpPr>
          <p:nvPr/>
        </p:nvCxnSpPr>
        <p:spPr>
          <a:xfrm flipV="1">
            <a:off x="15930715" y="16385908"/>
            <a:ext cx="656246" cy="2864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EAA0DD67-88C0-2247-595D-8EFC60699F9A}"/>
              </a:ext>
            </a:extLst>
          </p:cNvPr>
          <p:cNvCxnSpPr>
            <a:stCxn id="55" idx="6"/>
            <a:endCxn id="24" idx="2"/>
          </p:cNvCxnSpPr>
          <p:nvPr/>
        </p:nvCxnSpPr>
        <p:spPr>
          <a:xfrm>
            <a:off x="15930715" y="16672399"/>
            <a:ext cx="656246" cy="1271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Conector recto 1075">
            <a:extLst>
              <a:ext uri="{FF2B5EF4-FFF2-40B4-BE49-F238E27FC236}">
                <a16:creationId xmlns:a16="http://schemas.microsoft.com/office/drawing/2014/main" id="{9C0E7CA2-D929-E91D-7604-693E49364194}"/>
              </a:ext>
            </a:extLst>
          </p:cNvPr>
          <p:cNvCxnSpPr>
            <a:stCxn id="7" idx="6"/>
            <a:endCxn id="36" idx="2"/>
          </p:cNvCxnSpPr>
          <p:nvPr/>
        </p:nvCxnSpPr>
        <p:spPr>
          <a:xfrm>
            <a:off x="17187033" y="9373630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D79A9D0E-CBE8-781D-70E1-114F3A1C91AD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7901A8CA-8A8A-E76A-F38B-C8E9D90689BB}"/>
              </a:ext>
            </a:extLst>
          </p:cNvPr>
          <p:cNvCxnSpPr>
            <a:stCxn id="3" idx="6"/>
            <a:endCxn id="36" idx="2"/>
          </p:cNvCxnSpPr>
          <p:nvPr/>
        </p:nvCxnSpPr>
        <p:spPr>
          <a:xfrm>
            <a:off x="17187033" y="10152772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1081">
            <a:extLst>
              <a:ext uri="{FF2B5EF4-FFF2-40B4-BE49-F238E27FC236}">
                <a16:creationId xmlns:a16="http://schemas.microsoft.com/office/drawing/2014/main" id="{3D1706A6-A136-5370-73E8-58E09868AEA1}"/>
              </a:ext>
            </a:extLst>
          </p:cNvPr>
          <p:cNvCxnSpPr>
            <a:stCxn id="5" idx="6"/>
            <a:endCxn id="36" idx="2"/>
          </p:cNvCxnSpPr>
          <p:nvPr/>
        </p:nvCxnSpPr>
        <p:spPr>
          <a:xfrm>
            <a:off x="17187033" y="10931914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6E692E97-3E75-4616-0958-E23D4C5B7D61}"/>
              </a:ext>
            </a:extLst>
          </p:cNvPr>
          <p:cNvCxnSpPr>
            <a:stCxn id="19" idx="6"/>
            <a:endCxn id="36" idx="2"/>
          </p:cNvCxnSpPr>
          <p:nvPr/>
        </p:nvCxnSpPr>
        <p:spPr>
          <a:xfrm>
            <a:off x="17187033" y="11711056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1085">
            <a:extLst>
              <a:ext uri="{FF2B5EF4-FFF2-40B4-BE49-F238E27FC236}">
                <a16:creationId xmlns:a16="http://schemas.microsoft.com/office/drawing/2014/main" id="{D6C406B0-FEFF-9722-9DDD-AE9B6102B484}"/>
              </a:ext>
            </a:extLst>
          </p:cNvPr>
          <p:cNvCxnSpPr>
            <a:stCxn id="36" idx="2"/>
            <a:endCxn id="2" idx="6"/>
          </p:cNvCxnSpPr>
          <p:nvPr/>
        </p:nvCxnSpPr>
        <p:spPr>
          <a:xfrm flipH="1">
            <a:off x="17187033" y="12023385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45F30F8D-B300-10D9-5731-A48E329F8B0E}"/>
              </a:ext>
            </a:extLst>
          </p:cNvPr>
          <p:cNvCxnSpPr>
            <a:stCxn id="36" idx="2"/>
            <a:endCxn id="9" idx="6"/>
          </p:cNvCxnSpPr>
          <p:nvPr/>
        </p:nvCxnSpPr>
        <p:spPr>
          <a:xfrm flipH="1">
            <a:off x="17187033" y="12023385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86C66E84-2C74-F678-1F2F-4B23F57D72D0}"/>
              </a:ext>
            </a:extLst>
          </p:cNvPr>
          <p:cNvCxnSpPr>
            <a:stCxn id="36" idx="2"/>
            <a:endCxn id="18" idx="6"/>
          </p:cNvCxnSpPr>
          <p:nvPr/>
        </p:nvCxnSpPr>
        <p:spPr>
          <a:xfrm flipH="1">
            <a:off x="17187033" y="12023385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ector recto 1091">
            <a:extLst>
              <a:ext uri="{FF2B5EF4-FFF2-40B4-BE49-F238E27FC236}">
                <a16:creationId xmlns:a16="http://schemas.microsoft.com/office/drawing/2014/main" id="{CF4B6E65-2E19-4A37-3B50-87482FFFC984}"/>
              </a:ext>
            </a:extLst>
          </p:cNvPr>
          <p:cNvCxnSpPr>
            <a:stCxn id="36" idx="2"/>
            <a:endCxn id="16" idx="6"/>
          </p:cNvCxnSpPr>
          <p:nvPr/>
        </p:nvCxnSpPr>
        <p:spPr>
          <a:xfrm flipH="1">
            <a:off x="17187033" y="12023385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675CE659-5942-B3AB-A0F8-9DDB829CCBA8}"/>
              </a:ext>
            </a:extLst>
          </p:cNvPr>
          <p:cNvCxnSpPr>
            <a:stCxn id="31" idx="2"/>
            <a:endCxn id="3" idx="6"/>
          </p:cNvCxnSpPr>
          <p:nvPr/>
        </p:nvCxnSpPr>
        <p:spPr>
          <a:xfrm flipH="1" flipV="1">
            <a:off x="17187033" y="10152772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ector recto 1095">
            <a:extLst>
              <a:ext uri="{FF2B5EF4-FFF2-40B4-BE49-F238E27FC236}">
                <a16:creationId xmlns:a16="http://schemas.microsoft.com/office/drawing/2014/main" id="{BD2386EF-9C17-083D-921A-DBB9AE757DAB}"/>
              </a:ext>
            </a:extLst>
          </p:cNvPr>
          <p:cNvCxnSpPr>
            <a:stCxn id="31" idx="2"/>
            <a:endCxn id="5" idx="6"/>
          </p:cNvCxnSpPr>
          <p:nvPr/>
        </p:nvCxnSpPr>
        <p:spPr>
          <a:xfrm flipH="1" flipV="1">
            <a:off x="17187033" y="10931914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8029740D-E0C6-B5B2-89C3-A61A7ACA5D61}"/>
              </a:ext>
            </a:extLst>
          </p:cNvPr>
          <p:cNvCxnSpPr>
            <a:stCxn id="31" idx="2"/>
            <a:endCxn id="19" idx="6"/>
          </p:cNvCxnSpPr>
          <p:nvPr/>
        </p:nvCxnSpPr>
        <p:spPr>
          <a:xfrm flipH="1" flipV="1">
            <a:off x="17187033" y="11711056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C84BFAB0-C676-0660-A997-2DF7B52DECBA}"/>
              </a:ext>
            </a:extLst>
          </p:cNvPr>
          <p:cNvCxnSpPr>
            <a:stCxn id="31" idx="2"/>
            <a:endCxn id="2" idx="6"/>
          </p:cNvCxnSpPr>
          <p:nvPr/>
        </p:nvCxnSpPr>
        <p:spPr>
          <a:xfrm flipH="1" flipV="1">
            <a:off x="17187033" y="12490198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D7DC3185-C449-D147-A659-389D851CEC12}"/>
              </a:ext>
            </a:extLst>
          </p:cNvPr>
          <p:cNvCxnSpPr>
            <a:stCxn id="31" idx="2"/>
            <a:endCxn id="9" idx="6"/>
          </p:cNvCxnSpPr>
          <p:nvPr/>
        </p:nvCxnSpPr>
        <p:spPr>
          <a:xfrm flipH="1">
            <a:off x="17187033" y="12802527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60CF02FD-D2B4-724C-B69B-8D05E93E9269}"/>
              </a:ext>
            </a:extLst>
          </p:cNvPr>
          <p:cNvCxnSpPr>
            <a:stCxn id="31" idx="2"/>
            <a:endCxn id="18" idx="6"/>
          </p:cNvCxnSpPr>
          <p:nvPr/>
        </p:nvCxnSpPr>
        <p:spPr>
          <a:xfrm flipH="1">
            <a:off x="17187033" y="12802527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Conector recto 1105">
            <a:extLst>
              <a:ext uri="{FF2B5EF4-FFF2-40B4-BE49-F238E27FC236}">
                <a16:creationId xmlns:a16="http://schemas.microsoft.com/office/drawing/2014/main" id="{A2CDD25C-A3AA-B187-AE04-9D87353DD565}"/>
              </a:ext>
            </a:extLst>
          </p:cNvPr>
          <p:cNvCxnSpPr>
            <a:stCxn id="31" idx="2"/>
            <a:endCxn id="16" idx="6"/>
          </p:cNvCxnSpPr>
          <p:nvPr/>
        </p:nvCxnSpPr>
        <p:spPr>
          <a:xfrm flipH="1">
            <a:off x="17187033" y="12802527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Conector recto 1107">
            <a:extLst>
              <a:ext uri="{FF2B5EF4-FFF2-40B4-BE49-F238E27FC236}">
                <a16:creationId xmlns:a16="http://schemas.microsoft.com/office/drawing/2014/main" id="{3E877A62-805D-E0B7-BB8F-A5E732217B82}"/>
              </a:ext>
            </a:extLst>
          </p:cNvPr>
          <p:cNvCxnSpPr>
            <a:stCxn id="31" idx="2"/>
            <a:endCxn id="23" idx="6"/>
          </p:cNvCxnSpPr>
          <p:nvPr/>
        </p:nvCxnSpPr>
        <p:spPr>
          <a:xfrm flipH="1">
            <a:off x="17187033" y="12802527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Conector recto 1109">
            <a:extLst>
              <a:ext uri="{FF2B5EF4-FFF2-40B4-BE49-F238E27FC236}">
                <a16:creationId xmlns:a16="http://schemas.microsoft.com/office/drawing/2014/main" id="{BBADB7FC-7FCC-9354-D1B1-3A47F478F896}"/>
              </a:ext>
            </a:extLst>
          </p:cNvPr>
          <p:cNvCxnSpPr>
            <a:stCxn id="31" idx="2"/>
            <a:endCxn id="20" idx="6"/>
          </p:cNvCxnSpPr>
          <p:nvPr/>
        </p:nvCxnSpPr>
        <p:spPr>
          <a:xfrm flipH="1">
            <a:off x="17187033" y="12802527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1111">
            <a:extLst>
              <a:ext uri="{FF2B5EF4-FFF2-40B4-BE49-F238E27FC236}">
                <a16:creationId xmlns:a16="http://schemas.microsoft.com/office/drawing/2014/main" id="{66F5076C-BA51-0D94-F58B-0BEE08644D92}"/>
              </a:ext>
            </a:extLst>
          </p:cNvPr>
          <p:cNvCxnSpPr>
            <a:stCxn id="32" idx="2"/>
            <a:endCxn id="5" idx="6"/>
          </p:cNvCxnSpPr>
          <p:nvPr/>
        </p:nvCxnSpPr>
        <p:spPr>
          <a:xfrm flipH="1" flipV="1">
            <a:off x="17187033" y="10931914"/>
            <a:ext cx="656246" cy="26497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869BC8DD-DD0D-75F8-D9C0-96D123B9895E}"/>
              </a:ext>
            </a:extLst>
          </p:cNvPr>
          <p:cNvCxnSpPr>
            <a:stCxn id="32" idx="2"/>
            <a:endCxn id="19" idx="6"/>
          </p:cNvCxnSpPr>
          <p:nvPr/>
        </p:nvCxnSpPr>
        <p:spPr>
          <a:xfrm flipH="1" flipV="1">
            <a:off x="17187033" y="11711056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1115">
            <a:extLst>
              <a:ext uri="{FF2B5EF4-FFF2-40B4-BE49-F238E27FC236}">
                <a16:creationId xmlns:a16="http://schemas.microsoft.com/office/drawing/2014/main" id="{DD8F08C7-2F43-F187-29C2-D69D60D82963}"/>
              </a:ext>
            </a:extLst>
          </p:cNvPr>
          <p:cNvCxnSpPr>
            <a:stCxn id="32" idx="2"/>
            <a:endCxn id="2" idx="6"/>
          </p:cNvCxnSpPr>
          <p:nvPr/>
        </p:nvCxnSpPr>
        <p:spPr>
          <a:xfrm flipH="1" flipV="1">
            <a:off x="17187033" y="12490198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Conector recto 1117">
            <a:extLst>
              <a:ext uri="{FF2B5EF4-FFF2-40B4-BE49-F238E27FC236}">
                <a16:creationId xmlns:a16="http://schemas.microsoft.com/office/drawing/2014/main" id="{1D02706A-B926-3F29-76C0-09B6100A5FC1}"/>
              </a:ext>
            </a:extLst>
          </p:cNvPr>
          <p:cNvCxnSpPr>
            <a:stCxn id="32" idx="2"/>
            <a:endCxn id="9" idx="6"/>
          </p:cNvCxnSpPr>
          <p:nvPr/>
        </p:nvCxnSpPr>
        <p:spPr>
          <a:xfrm flipH="1" flipV="1">
            <a:off x="17187033" y="13269340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Conector recto 1119">
            <a:extLst>
              <a:ext uri="{FF2B5EF4-FFF2-40B4-BE49-F238E27FC236}">
                <a16:creationId xmlns:a16="http://schemas.microsoft.com/office/drawing/2014/main" id="{477E798E-D076-86FE-1009-A3AB54B5AC75}"/>
              </a:ext>
            </a:extLst>
          </p:cNvPr>
          <p:cNvCxnSpPr>
            <a:stCxn id="32" idx="2"/>
            <a:endCxn id="18" idx="6"/>
          </p:cNvCxnSpPr>
          <p:nvPr/>
        </p:nvCxnSpPr>
        <p:spPr>
          <a:xfrm flipH="1">
            <a:off x="17187033" y="13581669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1121">
            <a:extLst>
              <a:ext uri="{FF2B5EF4-FFF2-40B4-BE49-F238E27FC236}">
                <a16:creationId xmlns:a16="http://schemas.microsoft.com/office/drawing/2014/main" id="{AA57C9A7-F929-1614-E6C5-A7D946140EC4}"/>
              </a:ext>
            </a:extLst>
          </p:cNvPr>
          <p:cNvCxnSpPr>
            <a:stCxn id="32" idx="2"/>
            <a:endCxn id="16" idx="6"/>
          </p:cNvCxnSpPr>
          <p:nvPr/>
        </p:nvCxnSpPr>
        <p:spPr>
          <a:xfrm flipH="1">
            <a:off x="17187033" y="13581669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3F1CA6C4-5581-9862-E264-CC014440E96D}"/>
              </a:ext>
            </a:extLst>
          </p:cNvPr>
          <p:cNvCxnSpPr>
            <a:stCxn id="32" idx="2"/>
            <a:endCxn id="23" idx="6"/>
          </p:cNvCxnSpPr>
          <p:nvPr/>
        </p:nvCxnSpPr>
        <p:spPr>
          <a:xfrm flipH="1">
            <a:off x="17187033" y="13581669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1125">
            <a:extLst>
              <a:ext uri="{FF2B5EF4-FFF2-40B4-BE49-F238E27FC236}">
                <a16:creationId xmlns:a16="http://schemas.microsoft.com/office/drawing/2014/main" id="{E47FE07D-CDFA-ED88-1E9E-BA28F37E3D2A}"/>
              </a:ext>
            </a:extLst>
          </p:cNvPr>
          <p:cNvCxnSpPr>
            <a:stCxn id="32" idx="2"/>
            <a:endCxn id="20" idx="6"/>
          </p:cNvCxnSpPr>
          <p:nvPr/>
        </p:nvCxnSpPr>
        <p:spPr>
          <a:xfrm flipH="1">
            <a:off x="17187033" y="13581669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Conector recto 1127">
            <a:extLst>
              <a:ext uri="{FF2B5EF4-FFF2-40B4-BE49-F238E27FC236}">
                <a16:creationId xmlns:a16="http://schemas.microsoft.com/office/drawing/2014/main" id="{4DCE358F-6FDD-D751-0510-E1AD85B28FEB}"/>
              </a:ext>
            </a:extLst>
          </p:cNvPr>
          <p:cNvCxnSpPr>
            <a:stCxn id="32" idx="2"/>
            <a:endCxn id="22" idx="6"/>
          </p:cNvCxnSpPr>
          <p:nvPr/>
        </p:nvCxnSpPr>
        <p:spPr>
          <a:xfrm flipH="1">
            <a:off x="17187033" y="13581669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Conector recto 1129">
            <a:extLst>
              <a:ext uri="{FF2B5EF4-FFF2-40B4-BE49-F238E27FC236}">
                <a16:creationId xmlns:a16="http://schemas.microsoft.com/office/drawing/2014/main" id="{1F1BEF0E-2623-A89F-94F1-C5084BE33352}"/>
              </a:ext>
            </a:extLst>
          </p:cNvPr>
          <p:cNvCxnSpPr>
            <a:stCxn id="38" idx="2"/>
            <a:endCxn id="2" idx="6"/>
          </p:cNvCxnSpPr>
          <p:nvPr/>
        </p:nvCxnSpPr>
        <p:spPr>
          <a:xfrm flipH="1" flipV="1">
            <a:off x="17187033" y="12490198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Conector recto 1131">
            <a:extLst>
              <a:ext uri="{FF2B5EF4-FFF2-40B4-BE49-F238E27FC236}">
                <a16:creationId xmlns:a16="http://schemas.microsoft.com/office/drawing/2014/main" id="{FFFA647A-630B-DD00-5E53-B72ACF7F46D8}"/>
              </a:ext>
            </a:extLst>
          </p:cNvPr>
          <p:cNvCxnSpPr>
            <a:stCxn id="38" idx="2"/>
            <a:endCxn id="9" idx="6"/>
          </p:cNvCxnSpPr>
          <p:nvPr/>
        </p:nvCxnSpPr>
        <p:spPr>
          <a:xfrm flipH="1" flipV="1">
            <a:off x="17187033" y="13269340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Conector recto 1133">
            <a:extLst>
              <a:ext uri="{FF2B5EF4-FFF2-40B4-BE49-F238E27FC236}">
                <a16:creationId xmlns:a16="http://schemas.microsoft.com/office/drawing/2014/main" id="{81E1456E-04A2-571E-5DAF-00B2831A2C26}"/>
              </a:ext>
            </a:extLst>
          </p:cNvPr>
          <p:cNvCxnSpPr>
            <a:stCxn id="38" idx="2"/>
            <a:endCxn id="18" idx="6"/>
          </p:cNvCxnSpPr>
          <p:nvPr/>
        </p:nvCxnSpPr>
        <p:spPr>
          <a:xfrm flipH="1" flipV="1">
            <a:off x="17187033" y="14048482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0B2E7773-DCAF-E0B5-5B20-700BECA7BD79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flipH="1">
            <a:off x="17187033" y="14360811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Conector recto 1137">
            <a:extLst>
              <a:ext uri="{FF2B5EF4-FFF2-40B4-BE49-F238E27FC236}">
                <a16:creationId xmlns:a16="http://schemas.microsoft.com/office/drawing/2014/main" id="{C0EB24F4-41CD-E496-E686-26A54F04EF3B}"/>
              </a:ext>
            </a:extLst>
          </p:cNvPr>
          <p:cNvCxnSpPr>
            <a:stCxn id="38" idx="2"/>
            <a:endCxn id="23" idx="6"/>
          </p:cNvCxnSpPr>
          <p:nvPr/>
        </p:nvCxnSpPr>
        <p:spPr>
          <a:xfrm flipH="1">
            <a:off x="17187033" y="14360811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Conector recto 1139">
            <a:extLst>
              <a:ext uri="{FF2B5EF4-FFF2-40B4-BE49-F238E27FC236}">
                <a16:creationId xmlns:a16="http://schemas.microsoft.com/office/drawing/2014/main" id="{31F2D47C-525E-382A-671B-6297F71A23E7}"/>
              </a:ext>
            </a:extLst>
          </p:cNvPr>
          <p:cNvCxnSpPr>
            <a:stCxn id="38" idx="2"/>
            <a:endCxn id="20" idx="6"/>
          </p:cNvCxnSpPr>
          <p:nvPr/>
        </p:nvCxnSpPr>
        <p:spPr>
          <a:xfrm flipH="1">
            <a:off x="17187033" y="14360811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C8175F7D-06FC-F39F-7C3F-4790DF879259}"/>
              </a:ext>
            </a:extLst>
          </p:cNvPr>
          <p:cNvCxnSpPr>
            <a:stCxn id="38" idx="2"/>
            <a:endCxn id="24" idx="6"/>
          </p:cNvCxnSpPr>
          <p:nvPr/>
        </p:nvCxnSpPr>
        <p:spPr>
          <a:xfrm flipH="1">
            <a:off x="17187033" y="14360811"/>
            <a:ext cx="656246" cy="3583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Conector recto 1143">
            <a:extLst>
              <a:ext uri="{FF2B5EF4-FFF2-40B4-BE49-F238E27FC236}">
                <a16:creationId xmlns:a16="http://schemas.microsoft.com/office/drawing/2014/main" id="{FF242E95-BFC8-C0DA-F3D1-757681B48AF8}"/>
              </a:ext>
            </a:extLst>
          </p:cNvPr>
          <p:cNvCxnSpPr>
            <a:stCxn id="26" idx="2"/>
            <a:endCxn id="18" idx="6"/>
          </p:cNvCxnSpPr>
          <p:nvPr/>
        </p:nvCxnSpPr>
        <p:spPr>
          <a:xfrm flipH="1" flipV="1">
            <a:off x="17187033" y="1404848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Conector recto 1145">
            <a:extLst>
              <a:ext uri="{FF2B5EF4-FFF2-40B4-BE49-F238E27FC236}">
                <a16:creationId xmlns:a16="http://schemas.microsoft.com/office/drawing/2014/main" id="{99A1A3F6-30D2-0B09-7BA6-96B74A45B5CB}"/>
              </a:ext>
            </a:extLst>
          </p:cNvPr>
          <p:cNvCxnSpPr>
            <a:stCxn id="26" idx="2"/>
            <a:endCxn id="16" idx="6"/>
          </p:cNvCxnSpPr>
          <p:nvPr/>
        </p:nvCxnSpPr>
        <p:spPr>
          <a:xfrm flipH="1" flipV="1">
            <a:off x="17187033" y="14827624"/>
            <a:ext cx="656246" cy="3123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1147">
            <a:extLst>
              <a:ext uri="{FF2B5EF4-FFF2-40B4-BE49-F238E27FC236}">
                <a16:creationId xmlns:a16="http://schemas.microsoft.com/office/drawing/2014/main" id="{44F2BC09-C059-BC71-FE98-1C8F3492BD4C}"/>
              </a:ext>
            </a:extLst>
          </p:cNvPr>
          <p:cNvCxnSpPr>
            <a:stCxn id="26" idx="2"/>
            <a:endCxn id="23" idx="6"/>
          </p:cNvCxnSpPr>
          <p:nvPr/>
        </p:nvCxnSpPr>
        <p:spPr>
          <a:xfrm flipH="1">
            <a:off x="17187033" y="15139953"/>
            <a:ext cx="656246" cy="4668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Conector recto 1149">
            <a:extLst>
              <a:ext uri="{FF2B5EF4-FFF2-40B4-BE49-F238E27FC236}">
                <a16:creationId xmlns:a16="http://schemas.microsoft.com/office/drawing/2014/main" id="{223E3ADA-6823-7881-AF14-E61BC98AA4E4}"/>
              </a:ext>
            </a:extLst>
          </p:cNvPr>
          <p:cNvCxnSpPr>
            <a:stCxn id="26" idx="2"/>
            <a:endCxn id="20" idx="6"/>
          </p:cNvCxnSpPr>
          <p:nvPr/>
        </p:nvCxnSpPr>
        <p:spPr>
          <a:xfrm flipH="1">
            <a:off x="17187033" y="15139953"/>
            <a:ext cx="656246" cy="12459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Conector recto 1151">
            <a:extLst>
              <a:ext uri="{FF2B5EF4-FFF2-40B4-BE49-F238E27FC236}">
                <a16:creationId xmlns:a16="http://schemas.microsoft.com/office/drawing/2014/main" id="{CB830D6B-DDB8-A315-A8BB-CBCC90686FE6}"/>
              </a:ext>
            </a:extLst>
          </p:cNvPr>
          <p:cNvCxnSpPr>
            <a:stCxn id="26" idx="2"/>
            <a:endCxn id="22" idx="6"/>
          </p:cNvCxnSpPr>
          <p:nvPr/>
        </p:nvCxnSpPr>
        <p:spPr>
          <a:xfrm flipH="1">
            <a:off x="17187033" y="1513995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Conector recto 1153">
            <a:extLst>
              <a:ext uri="{FF2B5EF4-FFF2-40B4-BE49-F238E27FC236}">
                <a16:creationId xmlns:a16="http://schemas.microsoft.com/office/drawing/2014/main" id="{035611A3-ECDA-0B61-ACDE-6832FED95718}"/>
              </a:ext>
            </a:extLst>
          </p:cNvPr>
          <p:cNvCxnSpPr>
            <a:stCxn id="26" idx="2"/>
            <a:endCxn id="24" idx="6"/>
          </p:cNvCxnSpPr>
          <p:nvPr/>
        </p:nvCxnSpPr>
        <p:spPr>
          <a:xfrm flipH="1">
            <a:off x="17187033" y="15139953"/>
            <a:ext cx="656246" cy="2804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Forma libre: forma 1158">
            <a:extLst>
              <a:ext uri="{FF2B5EF4-FFF2-40B4-BE49-F238E27FC236}">
                <a16:creationId xmlns:a16="http://schemas.microsoft.com/office/drawing/2014/main" id="{598B0E4D-17C8-5081-F9DD-6D34F82B3C84}"/>
              </a:ext>
            </a:extLst>
          </p:cNvPr>
          <p:cNvSpPr/>
          <p:nvPr/>
        </p:nvSpPr>
        <p:spPr>
          <a:xfrm>
            <a:off x="2569647" y="16514320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Forma libre: forma 1159">
            <a:extLst>
              <a:ext uri="{FF2B5EF4-FFF2-40B4-BE49-F238E27FC236}">
                <a16:creationId xmlns:a16="http://schemas.microsoft.com/office/drawing/2014/main" id="{FA7395E6-5982-1C3A-1003-BAD918BC2D48}"/>
              </a:ext>
            </a:extLst>
          </p:cNvPr>
          <p:cNvSpPr/>
          <p:nvPr/>
        </p:nvSpPr>
        <p:spPr>
          <a:xfrm>
            <a:off x="2569647" y="15856192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Forma libre: forma 1162">
            <a:extLst>
              <a:ext uri="{FF2B5EF4-FFF2-40B4-BE49-F238E27FC236}">
                <a16:creationId xmlns:a16="http://schemas.microsoft.com/office/drawing/2014/main" id="{173CA4BA-896D-6BE8-46AC-EC5E46477DB8}"/>
              </a:ext>
            </a:extLst>
          </p:cNvPr>
          <p:cNvSpPr/>
          <p:nvPr/>
        </p:nvSpPr>
        <p:spPr>
          <a:xfrm>
            <a:off x="2549736" y="18506077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Forma libre: forma 1163">
            <a:extLst>
              <a:ext uri="{FF2B5EF4-FFF2-40B4-BE49-F238E27FC236}">
                <a16:creationId xmlns:a16="http://schemas.microsoft.com/office/drawing/2014/main" id="{187FBAF1-A428-7510-51FF-5C2101B859F3}"/>
              </a:ext>
            </a:extLst>
          </p:cNvPr>
          <p:cNvSpPr/>
          <p:nvPr/>
        </p:nvSpPr>
        <p:spPr>
          <a:xfrm>
            <a:off x="2563917" y="17141558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Forma libre: forma 1164">
            <a:extLst>
              <a:ext uri="{FF2B5EF4-FFF2-40B4-BE49-F238E27FC236}">
                <a16:creationId xmlns:a16="http://schemas.microsoft.com/office/drawing/2014/main" id="{AD8D4E20-7A30-BDEE-4F18-FD169D25464E}"/>
              </a:ext>
            </a:extLst>
          </p:cNvPr>
          <p:cNvSpPr/>
          <p:nvPr/>
        </p:nvSpPr>
        <p:spPr>
          <a:xfrm>
            <a:off x="2716317" y="17952086"/>
            <a:ext cx="3556000" cy="510241"/>
          </a:xfrm>
          <a:custGeom>
            <a:avLst/>
            <a:gdLst>
              <a:gd name="connsiteX0" fmla="*/ 0 w 3556000"/>
              <a:gd name="connsiteY0" fmla="*/ 336033 h 510241"/>
              <a:gd name="connsiteX1" fmla="*/ 333829 w 3556000"/>
              <a:gd name="connsiteY1" fmla="*/ 2204 h 510241"/>
              <a:gd name="connsiteX2" fmla="*/ 595086 w 3556000"/>
              <a:gd name="connsiteY2" fmla="*/ 481175 h 510241"/>
              <a:gd name="connsiteX3" fmla="*/ 899886 w 3556000"/>
              <a:gd name="connsiteY3" fmla="*/ 2204 h 510241"/>
              <a:gd name="connsiteX4" fmla="*/ 1219200 w 3556000"/>
              <a:gd name="connsiteY4" fmla="*/ 495690 h 510241"/>
              <a:gd name="connsiteX5" fmla="*/ 1480458 w 3556000"/>
              <a:gd name="connsiteY5" fmla="*/ 45747 h 510241"/>
              <a:gd name="connsiteX6" fmla="*/ 1799772 w 3556000"/>
              <a:gd name="connsiteY6" fmla="*/ 510204 h 510241"/>
              <a:gd name="connsiteX7" fmla="*/ 2002972 w 3556000"/>
              <a:gd name="connsiteY7" fmla="*/ 16718 h 510241"/>
              <a:gd name="connsiteX8" fmla="*/ 2336800 w 3556000"/>
              <a:gd name="connsiteY8" fmla="*/ 495690 h 510241"/>
              <a:gd name="connsiteX9" fmla="*/ 2540000 w 3556000"/>
              <a:gd name="connsiteY9" fmla="*/ 60261 h 510241"/>
              <a:gd name="connsiteX10" fmla="*/ 2946400 w 3556000"/>
              <a:gd name="connsiteY10" fmla="*/ 495690 h 510241"/>
              <a:gd name="connsiteX11" fmla="*/ 3033486 w 3556000"/>
              <a:gd name="connsiteY11" fmla="*/ 103804 h 510241"/>
              <a:gd name="connsiteX12" fmla="*/ 3178629 w 3556000"/>
              <a:gd name="connsiteY12" fmla="*/ 495690 h 510241"/>
              <a:gd name="connsiteX13" fmla="*/ 3468915 w 3556000"/>
              <a:gd name="connsiteY13" fmla="*/ 45747 h 510241"/>
              <a:gd name="connsiteX14" fmla="*/ 3541486 w 3556000"/>
              <a:gd name="connsiteY14" fmla="*/ 452147 h 510241"/>
              <a:gd name="connsiteX15" fmla="*/ 3556000 w 3556000"/>
              <a:gd name="connsiteY15" fmla="*/ 495690 h 5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56000" h="510241">
                <a:moveTo>
                  <a:pt x="0" y="336033"/>
                </a:moveTo>
                <a:cubicBezTo>
                  <a:pt x="117324" y="157023"/>
                  <a:pt x="234648" y="-21986"/>
                  <a:pt x="333829" y="2204"/>
                </a:cubicBezTo>
                <a:cubicBezTo>
                  <a:pt x="433010" y="26394"/>
                  <a:pt x="500743" y="481175"/>
                  <a:pt x="595086" y="481175"/>
                </a:cubicBezTo>
                <a:cubicBezTo>
                  <a:pt x="689429" y="481175"/>
                  <a:pt x="795867" y="-215"/>
                  <a:pt x="899886" y="2204"/>
                </a:cubicBezTo>
                <a:cubicBezTo>
                  <a:pt x="1003905" y="4623"/>
                  <a:pt x="1122438" y="488433"/>
                  <a:pt x="1219200" y="495690"/>
                </a:cubicBezTo>
                <a:cubicBezTo>
                  <a:pt x="1315962" y="502947"/>
                  <a:pt x="1383696" y="43328"/>
                  <a:pt x="1480458" y="45747"/>
                </a:cubicBezTo>
                <a:cubicBezTo>
                  <a:pt x="1577220" y="48166"/>
                  <a:pt x="1712686" y="515042"/>
                  <a:pt x="1799772" y="510204"/>
                </a:cubicBezTo>
                <a:cubicBezTo>
                  <a:pt x="1886858" y="505366"/>
                  <a:pt x="1913467" y="19137"/>
                  <a:pt x="2002972" y="16718"/>
                </a:cubicBezTo>
                <a:cubicBezTo>
                  <a:pt x="2092477" y="14299"/>
                  <a:pt x="2247296" y="488433"/>
                  <a:pt x="2336800" y="495690"/>
                </a:cubicBezTo>
                <a:cubicBezTo>
                  <a:pt x="2426304" y="502947"/>
                  <a:pt x="2438400" y="60261"/>
                  <a:pt x="2540000" y="60261"/>
                </a:cubicBezTo>
                <a:cubicBezTo>
                  <a:pt x="2641600" y="60261"/>
                  <a:pt x="2864152" y="488433"/>
                  <a:pt x="2946400" y="495690"/>
                </a:cubicBezTo>
                <a:cubicBezTo>
                  <a:pt x="3028648" y="502947"/>
                  <a:pt x="2994781" y="103804"/>
                  <a:pt x="3033486" y="103804"/>
                </a:cubicBezTo>
                <a:cubicBezTo>
                  <a:pt x="3072191" y="103804"/>
                  <a:pt x="3106057" y="505366"/>
                  <a:pt x="3178629" y="495690"/>
                </a:cubicBezTo>
                <a:cubicBezTo>
                  <a:pt x="3251201" y="486014"/>
                  <a:pt x="3408439" y="53004"/>
                  <a:pt x="3468915" y="45747"/>
                </a:cubicBezTo>
                <a:cubicBezTo>
                  <a:pt x="3529391" y="38490"/>
                  <a:pt x="3526972" y="377157"/>
                  <a:pt x="3541486" y="452147"/>
                </a:cubicBezTo>
                <a:cubicBezTo>
                  <a:pt x="3556000" y="527137"/>
                  <a:pt x="3556000" y="511413"/>
                  <a:pt x="3556000" y="49569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Forma libre: forma 1166">
            <a:extLst>
              <a:ext uri="{FF2B5EF4-FFF2-40B4-BE49-F238E27FC236}">
                <a16:creationId xmlns:a16="http://schemas.microsoft.com/office/drawing/2014/main" id="{211A162C-9483-7951-FE5C-9360E4B662CE}"/>
              </a:ext>
            </a:extLst>
          </p:cNvPr>
          <p:cNvSpPr/>
          <p:nvPr/>
        </p:nvSpPr>
        <p:spPr>
          <a:xfrm>
            <a:off x="2590800" y="8187294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Forma libre: forma 1167">
            <a:extLst>
              <a:ext uri="{FF2B5EF4-FFF2-40B4-BE49-F238E27FC236}">
                <a16:creationId xmlns:a16="http://schemas.microsoft.com/office/drawing/2014/main" id="{97D18F4E-3506-696C-10E7-3DAC0D927B9B}"/>
              </a:ext>
            </a:extLst>
          </p:cNvPr>
          <p:cNvSpPr/>
          <p:nvPr/>
        </p:nvSpPr>
        <p:spPr>
          <a:xfrm>
            <a:off x="2616968" y="8778256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Forma libre: forma 1168">
            <a:extLst>
              <a:ext uri="{FF2B5EF4-FFF2-40B4-BE49-F238E27FC236}">
                <a16:creationId xmlns:a16="http://schemas.microsoft.com/office/drawing/2014/main" id="{11FB7FDA-3DD5-58E4-1B64-B14282571AE1}"/>
              </a:ext>
            </a:extLst>
          </p:cNvPr>
          <p:cNvSpPr/>
          <p:nvPr/>
        </p:nvSpPr>
        <p:spPr>
          <a:xfrm>
            <a:off x="2598933" y="935962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Forma libre: forma 1169">
            <a:extLst>
              <a:ext uri="{FF2B5EF4-FFF2-40B4-BE49-F238E27FC236}">
                <a16:creationId xmlns:a16="http://schemas.microsoft.com/office/drawing/2014/main" id="{88AF80C7-30E9-5329-ED08-F79AC5C5A9C5}"/>
              </a:ext>
            </a:extLst>
          </p:cNvPr>
          <p:cNvSpPr/>
          <p:nvPr/>
        </p:nvSpPr>
        <p:spPr>
          <a:xfrm>
            <a:off x="2598933" y="9937805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Forma libre: forma 1170">
            <a:extLst>
              <a:ext uri="{FF2B5EF4-FFF2-40B4-BE49-F238E27FC236}">
                <a16:creationId xmlns:a16="http://schemas.microsoft.com/office/drawing/2014/main" id="{D9CA1619-74F2-2FC6-13D0-B1F2CC284436}"/>
              </a:ext>
            </a:extLst>
          </p:cNvPr>
          <p:cNvSpPr/>
          <p:nvPr/>
        </p:nvSpPr>
        <p:spPr>
          <a:xfrm>
            <a:off x="2626987" y="10623031"/>
            <a:ext cx="3543300" cy="590675"/>
          </a:xfrm>
          <a:custGeom>
            <a:avLst/>
            <a:gdLst>
              <a:gd name="connsiteX0" fmla="*/ 0 w 3543300"/>
              <a:gd name="connsiteY0" fmla="*/ 285872 h 590675"/>
              <a:gd name="connsiteX1" fmla="*/ 142875 w 3543300"/>
              <a:gd name="connsiteY1" fmla="*/ 238247 h 590675"/>
              <a:gd name="connsiteX2" fmla="*/ 257175 w 3543300"/>
              <a:gd name="connsiteY2" fmla="*/ 428747 h 590675"/>
              <a:gd name="connsiteX3" fmla="*/ 314325 w 3543300"/>
              <a:gd name="connsiteY3" fmla="*/ 47747 h 590675"/>
              <a:gd name="connsiteX4" fmla="*/ 371475 w 3543300"/>
              <a:gd name="connsiteY4" fmla="*/ 438272 h 590675"/>
              <a:gd name="connsiteX5" fmla="*/ 466725 w 3543300"/>
              <a:gd name="connsiteY5" fmla="*/ 181097 h 590675"/>
              <a:gd name="connsiteX6" fmla="*/ 600075 w 3543300"/>
              <a:gd name="connsiteY6" fmla="*/ 409697 h 590675"/>
              <a:gd name="connsiteX7" fmla="*/ 733425 w 3543300"/>
              <a:gd name="connsiteY7" fmla="*/ 9647 h 590675"/>
              <a:gd name="connsiteX8" fmla="*/ 866775 w 3543300"/>
              <a:gd name="connsiteY8" fmla="*/ 590672 h 590675"/>
              <a:gd name="connsiteX9" fmla="*/ 1066800 w 3543300"/>
              <a:gd name="connsiteY9" fmla="*/ 19172 h 590675"/>
              <a:gd name="connsiteX10" fmla="*/ 1085850 w 3543300"/>
              <a:gd name="connsiteY10" fmla="*/ 438272 h 590675"/>
              <a:gd name="connsiteX11" fmla="*/ 1285875 w 3543300"/>
              <a:gd name="connsiteY11" fmla="*/ 76322 h 590675"/>
              <a:gd name="connsiteX12" fmla="*/ 1476375 w 3543300"/>
              <a:gd name="connsiteY12" fmla="*/ 419222 h 590675"/>
              <a:gd name="connsiteX13" fmla="*/ 1581150 w 3543300"/>
              <a:gd name="connsiteY13" fmla="*/ 38222 h 590675"/>
              <a:gd name="connsiteX14" fmla="*/ 1733550 w 3543300"/>
              <a:gd name="connsiteY14" fmla="*/ 438272 h 590675"/>
              <a:gd name="connsiteX15" fmla="*/ 1905000 w 3543300"/>
              <a:gd name="connsiteY15" fmla="*/ 19172 h 590675"/>
              <a:gd name="connsiteX16" fmla="*/ 2200275 w 3543300"/>
              <a:gd name="connsiteY16" fmla="*/ 495422 h 590675"/>
              <a:gd name="connsiteX17" fmla="*/ 2390775 w 3543300"/>
              <a:gd name="connsiteY17" fmla="*/ 47747 h 590675"/>
              <a:gd name="connsiteX18" fmla="*/ 2543175 w 3543300"/>
              <a:gd name="connsiteY18" fmla="*/ 514472 h 590675"/>
              <a:gd name="connsiteX19" fmla="*/ 2905125 w 3543300"/>
              <a:gd name="connsiteY19" fmla="*/ 122 h 590675"/>
              <a:gd name="connsiteX20" fmla="*/ 3543300 w 3543300"/>
              <a:gd name="connsiteY20" fmla="*/ 476372 h 59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43300" h="590675">
                <a:moveTo>
                  <a:pt x="0" y="285872"/>
                </a:moveTo>
                <a:cubicBezTo>
                  <a:pt x="50006" y="250153"/>
                  <a:pt x="100013" y="214434"/>
                  <a:pt x="142875" y="238247"/>
                </a:cubicBezTo>
                <a:cubicBezTo>
                  <a:pt x="185738" y="262059"/>
                  <a:pt x="228600" y="460497"/>
                  <a:pt x="257175" y="428747"/>
                </a:cubicBezTo>
                <a:cubicBezTo>
                  <a:pt x="285750" y="396997"/>
                  <a:pt x="295275" y="46160"/>
                  <a:pt x="314325" y="47747"/>
                </a:cubicBezTo>
                <a:cubicBezTo>
                  <a:pt x="333375" y="49334"/>
                  <a:pt x="346075" y="416047"/>
                  <a:pt x="371475" y="438272"/>
                </a:cubicBezTo>
                <a:cubicBezTo>
                  <a:pt x="396875" y="460497"/>
                  <a:pt x="428625" y="185859"/>
                  <a:pt x="466725" y="181097"/>
                </a:cubicBezTo>
                <a:cubicBezTo>
                  <a:pt x="504825" y="176334"/>
                  <a:pt x="555625" y="438272"/>
                  <a:pt x="600075" y="409697"/>
                </a:cubicBezTo>
                <a:cubicBezTo>
                  <a:pt x="644525" y="381122"/>
                  <a:pt x="688975" y="-20515"/>
                  <a:pt x="733425" y="9647"/>
                </a:cubicBezTo>
                <a:cubicBezTo>
                  <a:pt x="777875" y="39809"/>
                  <a:pt x="811213" y="589085"/>
                  <a:pt x="866775" y="590672"/>
                </a:cubicBezTo>
                <a:cubicBezTo>
                  <a:pt x="922337" y="592259"/>
                  <a:pt x="1030288" y="44572"/>
                  <a:pt x="1066800" y="19172"/>
                </a:cubicBezTo>
                <a:cubicBezTo>
                  <a:pt x="1103312" y="-6228"/>
                  <a:pt x="1049338" y="428747"/>
                  <a:pt x="1085850" y="438272"/>
                </a:cubicBezTo>
                <a:cubicBezTo>
                  <a:pt x="1122362" y="447797"/>
                  <a:pt x="1220788" y="79497"/>
                  <a:pt x="1285875" y="76322"/>
                </a:cubicBezTo>
                <a:cubicBezTo>
                  <a:pt x="1350963" y="73147"/>
                  <a:pt x="1427162" y="425572"/>
                  <a:pt x="1476375" y="419222"/>
                </a:cubicBezTo>
                <a:cubicBezTo>
                  <a:pt x="1525588" y="412872"/>
                  <a:pt x="1538288" y="35047"/>
                  <a:pt x="1581150" y="38222"/>
                </a:cubicBezTo>
                <a:cubicBezTo>
                  <a:pt x="1624012" y="41397"/>
                  <a:pt x="1679575" y="441447"/>
                  <a:pt x="1733550" y="438272"/>
                </a:cubicBezTo>
                <a:cubicBezTo>
                  <a:pt x="1787525" y="435097"/>
                  <a:pt x="1827213" y="9647"/>
                  <a:pt x="1905000" y="19172"/>
                </a:cubicBezTo>
                <a:cubicBezTo>
                  <a:pt x="1982787" y="28697"/>
                  <a:pt x="2119313" y="490660"/>
                  <a:pt x="2200275" y="495422"/>
                </a:cubicBezTo>
                <a:cubicBezTo>
                  <a:pt x="2281237" y="500184"/>
                  <a:pt x="2333625" y="44572"/>
                  <a:pt x="2390775" y="47747"/>
                </a:cubicBezTo>
                <a:cubicBezTo>
                  <a:pt x="2447925" y="50922"/>
                  <a:pt x="2457450" y="522409"/>
                  <a:pt x="2543175" y="514472"/>
                </a:cubicBezTo>
                <a:cubicBezTo>
                  <a:pt x="2628900" y="506535"/>
                  <a:pt x="2738438" y="6472"/>
                  <a:pt x="2905125" y="122"/>
                </a:cubicBezTo>
                <a:cubicBezTo>
                  <a:pt x="3071813" y="-6228"/>
                  <a:pt x="3307556" y="235072"/>
                  <a:pt x="3543300" y="4763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0BB32CB-6246-F45D-451E-52A0217E435B}"/>
              </a:ext>
            </a:extLst>
          </p:cNvPr>
          <p:cNvSpPr/>
          <p:nvPr/>
        </p:nvSpPr>
        <p:spPr>
          <a:xfrm>
            <a:off x="17843279" y="10944206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4173CB47-34C8-0268-A741-BA6DA51C91CF}"/>
              </a:ext>
            </a:extLst>
          </p:cNvPr>
          <p:cNvSpPr/>
          <p:nvPr/>
        </p:nvSpPr>
        <p:spPr>
          <a:xfrm>
            <a:off x="17843279" y="1011292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536C3AC2-C2D0-1E0F-F7CE-3A4DE0C83A6A}"/>
              </a:ext>
            </a:extLst>
          </p:cNvPr>
          <p:cNvSpPr/>
          <p:nvPr/>
        </p:nvSpPr>
        <p:spPr>
          <a:xfrm>
            <a:off x="17843279" y="931259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2C377196-1D19-9EE1-5FC2-496648B57A71}"/>
              </a:ext>
            </a:extLst>
          </p:cNvPr>
          <p:cNvSpPr/>
          <p:nvPr/>
        </p:nvSpPr>
        <p:spPr>
          <a:xfrm>
            <a:off x="17843279" y="15652744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441671E5-E997-19FC-C882-19B24B4BE610}"/>
              </a:ext>
            </a:extLst>
          </p:cNvPr>
          <p:cNvSpPr/>
          <p:nvPr/>
        </p:nvSpPr>
        <p:spPr>
          <a:xfrm>
            <a:off x="17843279" y="16506068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Elipse 120">
            <a:extLst>
              <a:ext uri="{FF2B5EF4-FFF2-40B4-BE49-F238E27FC236}">
                <a16:creationId xmlns:a16="http://schemas.microsoft.com/office/drawing/2014/main" id="{66E9B8AF-DAC3-EA7B-644C-505E022D3C3C}"/>
              </a:ext>
            </a:extLst>
          </p:cNvPr>
          <p:cNvSpPr/>
          <p:nvPr/>
        </p:nvSpPr>
        <p:spPr>
          <a:xfrm>
            <a:off x="17843279" y="17344119"/>
            <a:ext cx="600072" cy="600072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31CE8514-EA0C-B16C-0F18-09E0FD4D3DA0}"/>
              </a:ext>
            </a:extLst>
          </p:cNvPr>
          <p:cNvCxnSpPr>
            <a:stCxn id="107" idx="2"/>
            <a:endCxn id="7" idx="6"/>
          </p:cNvCxnSpPr>
          <p:nvPr/>
        </p:nvCxnSpPr>
        <p:spPr>
          <a:xfrm flipH="1" flipV="1">
            <a:off x="17187033" y="9373630"/>
            <a:ext cx="656246" cy="239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EA4E1E91-EEFB-EA42-3E32-581942EB0E5F}"/>
              </a:ext>
            </a:extLst>
          </p:cNvPr>
          <p:cNvCxnSpPr>
            <a:stCxn id="107" idx="2"/>
            <a:endCxn id="3" idx="6"/>
          </p:cNvCxnSpPr>
          <p:nvPr/>
        </p:nvCxnSpPr>
        <p:spPr>
          <a:xfrm flipH="1">
            <a:off x="17187033" y="9612635"/>
            <a:ext cx="656246" cy="540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1032">
            <a:extLst>
              <a:ext uri="{FF2B5EF4-FFF2-40B4-BE49-F238E27FC236}">
                <a16:creationId xmlns:a16="http://schemas.microsoft.com/office/drawing/2014/main" id="{4F342DFF-9C94-500B-6B33-84607F5BCA3B}"/>
              </a:ext>
            </a:extLst>
          </p:cNvPr>
          <p:cNvCxnSpPr>
            <a:stCxn id="107" idx="2"/>
            <a:endCxn id="5" idx="6"/>
          </p:cNvCxnSpPr>
          <p:nvPr/>
        </p:nvCxnSpPr>
        <p:spPr>
          <a:xfrm flipH="1">
            <a:off x="17187033" y="9612635"/>
            <a:ext cx="656246" cy="1319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1036">
            <a:extLst>
              <a:ext uri="{FF2B5EF4-FFF2-40B4-BE49-F238E27FC236}">
                <a16:creationId xmlns:a16="http://schemas.microsoft.com/office/drawing/2014/main" id="{BA4A94D5-7BF0-F1AA-D4A5-AC6037DC1221}"/>
              </a:ext>
            </a:extLst>
          </p:cNvPr>
          <p:cNvCxnSpPr>
            <a:stCxn id="107" idx="2"/>
            <a:endCxn id="19" idx="6"/>
          </p:cNvCxnSpPr>
          <p:nvPr/>
        </p:nvCxnSpPr>
        <p:spPr>
          <a:xfrm flipH="1">
            <a:off x="17187033" y="9612635"/>
            <a:ext cx="656246" cy="20984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1040">
            <a:extLst>
              <a:ext uri="{FF2B5EF4-FFF2-40B4-BE49-F238E27FC236}">
                <a16:creationId xmlns:a16="http://schemas.microsoft.com/office/drawing/2014/main" id="{1727D97D-A68E-11EB-B1BF-AA2B3136C849}"/>
              </a:ext>
            </a:extLst>
          </p:cNvPr>
          <p:cNvCxnSpPr>
            <a:stCxn id="107" idx="2"/>
            <a:endCxn id="2" idx="6"/>
          </p:cNvCxnSpPr>
          <p:nvPr/>
        </p:nvCxnSpPr>
        <p:spPr>
          <a:xfrm flipH="1">
            <a:off x="17187033" y="9612635"/>
            <a:ext cx="656246" cy="28775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recto 1044">
            <a:extLst>
              <a:ext uri="{FF2B5EF4-FFF2-40B4-BE49-F238E27FC236}">
                <a16:creationId xmlns:a16="http://schemas.microsoft.com/office/drawing/2014/main" id="{84C02EE9-7094-2FDC-4AD8-C1000336B88B}"/>
              </a:ext>
            </a:extLst>
          </p:cNvPr>
          <p:cNvCxnSpPr>
            <a:stCxn id="94" idx="2"/>
            <a:endCxn id="7" idx="6"/>
          </p:cNvCxnSpPr>
          <p:nvPr/>
        </p:nvCxnSpPr>
        <p:spPr>
          <a:xfrm flipH="1" flipV="1">
            <a:off x="17187033" y="9373629"/>
            <a:ext cx="656246" cy="1039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ector recto 1048">
            <a:extLst>
              <a:ext uri="{FF2B5EF4-FFF2-40B4-BE49-F238E27FC236}">
                <a16:creationId xmlns:a16="http://schemas.microsoft.com/office/drawing/2014/main" id="{BC18A933-9842-852C-F267-EFFCB5593BA2}"/>
              </a:ext>
            </a:extLst>
          </p:cNvPr>
          <p:cNvCxnSpPr>
            <a:stCxn id="94" idx="2"/>
            <a:endCxn id="5" idx="6"/>
          </p:cNvCxnSpPr>
          <p:nvPr/>
        </p:nvCxnSpPr>
        <p:spPr>
          <a:xfrm flipH="1">
            <a:off x="17187033" y="10412965"/>
            <a:ext cx="656246" cy="5189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ector recto 1052">
            <a:extLst>
              <a:ext uri="{FF2B5EF4-FFF2-40B4-BE49-F238E27FC236}">
                <a16:creationId xmlns:a16="http://schemas.microsoft.com/office/drawing/2014/main" id="{52EE66B0-3939-14CF-350A-D5F440856326}"/>
              </a:ext>
            </a:extLst>
          </p:cNvPr>
          <p:cNvCxnSpPr>
            <a:stCxn id="94" idx="2"/>
            <a:endCxn id="3" idx="6"/>
          </p:cNvCxnSpPr>
          <p:nvPr/>
        </p:nvCxnSpPr>
        <p:spPr>
          <a:xfrm flipH="1" flipV="1">
            <a:off x="17187033" y="10152771"/>
            <a:ext cx="656246" cy="260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ector recto 1056">
            <a:extLst>
              <a:ext uri="{FF2B5EF4-FFF2-40B4-BE49-F238E27FC236}">
                <a16:creationId xmlns:a16="http://schemas.microsoft.com/office/drawing/2014/main" id="{6D43043C-EDC5-13D6-C6A8-E2E53DDEE704}"/>
              </a:ext>
            </a:extLst>
          </p:cNvPr>
          <p:cNvCxnSpPr>
            <a:stCxn id="94" idx="2"/>
            <a:endCxn id="2" idx="6"/>
          </p:cNvCxnSpPr>
          <p:nvPr/>
        </p:nvCxnSpPr>
        <p:spPr>
          <a:xfrm flipH="1">
            <a:off x="17187033" y="10412965"/>
            <a:ext cx="656246" cy="20772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 recto 1060">
            <a:extLst>
              <a:ext uri="{FF2B5EF4-FFF2-40B4-BE49-F238E27FC236}">
                <a16:creationId xmlns:a16="http://schemas.microsoft.com/office/drawing/2014/main" id="{E5B3D6D8-AA98-40AF-B681-B38AB9075897}"/>
              </a:ext>
            </a:extLst>
          </p:cNvPr>
          <p:cNvCxnSpPr>
            <a:stCxn id="40" idx="2"/>
            <a:endCxn id="9" idx="6"/>
          </p:cNvCxnSpPr>
          <p:nvPr/>
        </p:nvCxnSpPr>
        <p:spPr>
          <a:xfrm flipH="1">
            <a:off x="17187033" y="11244243"/>
            <a:ext cx="656246" cy="2025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1064">
            <a:extLst>
              <a:ext uri="{FF2B5EF4-FFF2-40B4-BE49-F238E27FC236}">
                <a16:creationId xmlns:a16="http://schemas.microsoft.com/office/drawing/2014/main" id="{21FC6F5F-019D-50F5-EAA3-F9355685820D}"/>
              </a:ext>
            </a:extLst>
          </p:cNvPr>
          <p:cNvCxnSpPr>
            <a:stCxn id="40" idx="2"/>
            <a:endCxn id="7" idx="6"/>
          </p:cNvCxnSpPr>
          <p:nvPr/>
        </p:nvCxnSpPr>
        <p:spPr>
          <a:xfrm flipH="1" flipV="1">
            <a:off x="17187033" y="9373630"/>
            <a:ext cx="656246" cy="187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1068">
            <a:extLst>
              <a:ext uri="{FF2B5EF4-FFF2-40B4-BE49-F238E27FC236}">
                <a16:creationId xmlns:a16="http://schemas.microsoft.com/office/drawing/2014/main" id="{FE2A7680-5B94-498A-D0FA-5CB395825C6E}"/>
              </a:ext>
            </a:extLst>
          </p:cNvPr>
          <p:cNvCxnSpPr>
            <a:stCxn id="40" idx="2"/>
            <a:endCxn id="3" idx="6"/>
          </p:cNvCxnSpPr>
          <p:nvPr/>
        </p:nvCxnSpPr>
        <p:spPr>
          <a:xfrm flipH="1" flipV="1">
            <a:off x="17187033" y="10152772"/>
            <a:ext cx="656246" cy="1091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ector recto 1072">
            <a:extLst>
              <a:ext uri="{FF2B5EF4-FFF2-40B4-BE49-F238E27FC236}">
                <a16:creationId xmlns:a16="http://schemas.microsoft.com/office/drawing/2014/main" id="{192F4E39-DAB3-1ABA-7109-BAD821767466}"/>
              </a:ext>
            </a:extLst>
          </p:cNvPr>
          <p:cNvCxnSpPr>
            <a:stCxn id="115" idx="2"/>
            <a:endCxn id="16" idx="6"/>
          </p:cNvCxnSpPr>
          <p:nvPr/>
        </p:nvCxnSpPr>
        <p:spPr>
          <a:xfrm flipH="1" flipV="1">
            <a:off x="17187033" y="14827624"/>
            <a:ext cx="656246" cy="1125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Conector recto 1076">
            <a:extLst>
              <a:ext uri="{FF2B5EF4-FFF2-40B4-BE49-F238E27FC236}">
                <a16:creationId xmlns:a16="http://schemas.microsoft.com/office/drawing/2014/main" id="{96C54528-59F4-7692-2E66-558A12D985E2}"/>
              </a:ext>
            </a:extLst>
          </p:cNvPr>
          <p:cNvCxnSpPr>
            <a:stCxn id="115" idx="2"/>
            <a:endCxn id="23" idx="6"/>
          </p:cNvCxnSpPr>
          <p:nvPr/>
        </p:nvCxnSpPr>
        <p:spPr>
          <a:xfrm flipH="1" flipV="1">
            <a:off x="17187033" y="15606766"/>
            <a:ext cx="656246" cy="3460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ector recto 1080">
            <a:extLst>
              <a:ext uri="{FF2B5EF4-FFF2-40B4-BE49-F238E27FC236}">
                <a16:creationId xmlns:a16="http://schemas.microsoft.com/office/drawing/2014/main" id="{2398A111-B5B5-7B68-43FE-EBA395A1485B}"/>
              </a:ext>
            </a:extLst>
          </p:cNvPr>
          <p:cNvCxnSpPr>
            <a:stCxn id="115" idx="2"/>
            <a:endCxn id="20" idx="6"/>
          </p:cNvCxnSpPr>
          <p:nvPr/>
        </p:nvCxnSpPr>
        <p:spPr>
          <a:xfrm flipH="1">
            <a:off x="17187033" y="15952781"/>
            <a:ext cx="656246" cy="4331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1084">
            <a:extLst>
              <a:ext uri="{FF2B5EF4-FFF2-40B4-BE49-F238E27FC236}">
                <a16:creationId xmlns:a16="http://schemas.microsoft.com/office/drawing/2014/main" id="{9A988C9A-2564-8123-9D0E-AB33B187D32F}"/>
              </a:ext>
            </a:extLst>
          </p:cNvPr>
          <p:cNvCxnSpPr>
            <a:stCxn id="115" idx="2"/>
            <a:endCxn id="22" idx="6"/>
          </p:cNvCxnSpPr>
          <p:nvPr/>
        </p:nvCxnSpPr>
        <p:spPr>
          <a:xfrm flipH="1">
            <a:off x="17187033" y="15952781"/>
            <a:ext cx="656246" cy="12122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5002883A-B6C2-707D-5BB2-E1F0B186CAA1}"/>
              </a:ext>
            </a:extLst>
          </p:cNvPr>
          <p:cNvCxnSpPr>
            <a:stCxn id="115" idx="2"/>
            <a:endCxn id="24" idx="6"/>
          </p:cNvCxnSpPr>
          <p:nvPr/>
        </p:nvCxnSpPr>
        <p:spPr>
          <a:xfrm flipH="1">
            <a:off x="17187033" y="15952781"/>
            <a:ext cx="656246" cy="19914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Conector recto 1092">
            <a:extLst>
              <a:ext uri="{FF2B5EF4-FFF2-40B4-BE49-F238E27FC236}">
                <a16:creationId xmlns:a16="http://schemas.microsoft.com/office/drawing/2014/main" id="{652E8832-E452-083D-100A-2F310D57D058}"/>
              </a:ext>
            </a:extLst>
          </p:cNvPr>
          <p:cNvCxnSpPr>
            <a:stCxn id="119" idx="2"/>
            <a:endCxn id="16" idx="6"/>
          </p:cNvCxnSpPr>
          <p:nvPr/>
        </p:nvCxnSpPr>
        <p:spPr>
          <a:xfrm flipH="1" flipV="1">
            <a:off x="17187033" y="14827624"/>
            <a:ext cx="656246" cy="1978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7D0161A6-A1E4-E365-1107-1BC17238A321}"/>
              </a:ext>
            </a:extLst>
          </p:cNvPr>
          <p:cNvCxnSpPr>
            <a:stCxn id="119" idx="2"/>
            <a:endCxn id="20" idx="6"/>
          </p:cNvCxnSpPr>
          <p:nvPr/>
        </p:nvCxnSpPr>
        <p:spPr>
          <a:xfrm flipH="1" flipV="1">
            <a:off x="17187033" y="16385908"/>
            <a:ext cx="656246" cy="420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Conector recto 1100">
            <a:extLst>
              <a:ext uri="{FF2B5EF4-FFF2-40B4-BE49-F238E27FC236}">
                <a16:creationId xmlns:a16="http://schemas.microsoft.com/office/drawing/2014/main" id="{7C156A52-0C7C-E691-C7E0-BF21A7EFEA3D}"/>
              </a:ext>
            </a:extLst>
          </p:cNvPr>
          <p:cNvCxnSpPr>
            <a:stCxn id="119" idx="2"/>
            <a:endCxn id="22" idx="6"/>
          </p:cNvCxnSpPr>
          <p:nvPr/>
        </p:nvCxnSpPr>
        <p:spPr>
          <a:xfrm flipH="1">
            <a:off x="17187033" y="16806105"/>
            <a:ext cx="656246" cy="358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Conector recto 1104">
            <a:extLst>
              <a:ext uri="{FF2B5EF4-FFF2-40B4-BE49-F238E27FC236}">
                <a16:creationId xmlns:a16="http://schemas.microsoft.com/office/drawing/2014/main" id="{8AA08240-3ECF-1E4B-F228-FF2546F9F196}"/>
              </a:ext>
            </a:extLst>
          </p:cNvPr>
          <p:cNvCxnSpPr>
            <a:stCxn id="119" idx="2"/>
            <a:endCxn id="24" idx="6"/>
          </p:cNvCxnSpPr>
          <p:nvPr/>
        </p:nvCxnSpPr>
        <p:spPr>
          <a:xfrm flipH="1">
            <a:off x="17187033" y="16806105"/>
            <a:ext cx="656246" cy="1138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9227AE32-446F-8E20-0A52-817C45EB9AE6}"/>
              </a:ext>
            </a:extLst>
          </p:cNvPr>
          <p:cNvCxnSpPr>
            <a:stCxn id="121" idx="2"/>
            <a:endCxn id="23" idx="6"/>
          </p:cNvCxnSpPr>
          <p:nvPr/>
        </p:nvCxnSpPr>
        <p:spPr>
          <a:xfrm flipH="1" flipV="1">
            <a:off x="17325703" y="15712209"/>
            <a:ext cx="517577" cy="19319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26EDB20C-0CA2-FFD5-5676-6DDE33CEBC77}"/>
              </a:ext>
            </a:extLst>
          </p:cNvPr>
          <p:cNvCxnSpPr>
            <a:stCxn id="121" idx="2"/>
            <a:endCxn id="20" idx="6"/>
          </p:cNvCxnSpPr>
          <p:nvPr/>
        </p:nvCxnSpPr>
        <p:spPr>
          <a:xfrm flipH="1" flipV="1">
            <a:off x="17187033" y="16385907"/>
            <a:ext cx="656246" cy="12582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Conector recto 1116">
            <a:extLst>
              <a:ext uri="{FF2B5EF4-FFF2-40B4-BE49-F238E27FC236}">
                <a16:creationId xmlns:a16="http://schemas.microsoft.com/office/drawing/2014/main" id="{DE40ACDA-D5FC-E1D4-F2D8-4C427642EE10}"/>
              </a:ext>
            </a:extLst>
          </p:cNvPr>
          <p:cNvCxnSpPr>
            <a:stCxn id="121" idx="2"/>
            <a:endCxn id="24" idx="6"/>
          </p:cNvCxnSpPr>
          <p:nvPr/>
        </p:nvCxnSpPr>
        <p:spPr>
          <a:xfrm flipH="1">
            <a:off x="17187033" y="17644155"/>
            <a:ext cx="656246" cy="300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860654C1-E71B-03AB-9316-C4BC60AC4DFA}"/>
              </a:ext>
            </a:extLst>
          </p:cNvPr>
          <p:cNvSpPr txBox="1"/>
          <p:nvPr/>
        </p:nvSpPr>
        <p:spPr>
          <a:xfrm>
            <a:off x="23882236" y="4211950"/>
            <a:ext cx="11648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loss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313F212A-2D83-3524-2234-DD6EEDAF0D08}"/>
              </a:ext>
            </a:extLst>
          </p:cNvPr>
          <p:cNvSpPr txBox="1"/>
          <p:nvPr/>
        </p:nvSpPr>
        <p:spPr>
          <a:xfrm>
            <a:off x="13365795" y="2762005"/>
            <a:ext cx="666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Sinkhorn</a:t>
            </a: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E0162476-5745-FE6C-DDED-9C21C8C35195}"/>
              </a:ext>
            </a:extLst>
          </p:cNvPr>
          <p:cNvCxnSpPr>
            <a:cxnSpLocks/>
          </p:cNvCxnSpPr>
          <p:nvPr/>
        </p:nvCxnSpPr>
        <p:spPr>
          <a:xfrm>
            <a:off x="18665037" y="13537960"/>
            <a:ext cx="144768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CuadroTexto 97">
            <a:extLst>
              <a:ext uri="{FF2B5EF4-FFF2-40B4-BE49-F238E27FC236}">
                <a16:creationId xmlns:a16="http://schemas.microsoft.com/office/drawing/2014/main" id="{0C9386EC-2540-6F96-10BB-28EAD14DE59B}"/>
              </a:ext>
            </a:extLst>
          </p:cNvPr>
          <p:cNvSpPr txBox="1"/>
          <p:nvPr/>
        </p:nvSpPr>
        <p:spPr>
          <a:xfrm>
            <a:off x="18724133" y="12620436"/>
            <a:ext cx="1124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cxnSp>
        <p:nvCxnSpPr>
          <p:cNvPr id="99" name="Conector recto de flecha 98">
            <a:extLst>
              <a:ext uri="{FF2B5EF4-FFF2-40B4-BE49-F238E27FC236}">
                <a16:creationId xmlns:a16="http://schemas.microsoft.com/office/drawing/2014/main" id="{3E83F1AC-00D3-E812-DF03-D3CEF7F5F4C9}"/>
              </a:ext>
            </a:extLst>
          </p:cNvPr>
          <p:cNvCxnSpPr>
            <a:cxnSpLocks/>
          </p:cNvCxnSpPr>
          <p:nvPr/>
        </p:nvCxnSpPr>
        <p:spPr>
          <a:xfrm flipV="1">
            <a:off x="16879402" y="8042684"/>
            <a:ext cx="0" cy="8470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9DB87DF1-189C-31A6-5F58-C591D3CF6046}"/>
              </a:ext>
            </a:extLst>
          </p:cNvPr>
          <p:cNvSpPr txBox="1"/>
          <p:nvPr/>
        </p:nvSpPr>
        <p:spPr>
          <a:xfrm>
            <a:off x="17415632" y="8047695"/>
            <a:ext cx="4576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(latent vector features)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5BA58CF9-3BEA-51C6-AA17-609227AD789D}"/>
              </a:ext>
            </a:extLst>
          </p:cNvPr>
          <p:cNvCxnSpPr>
            <a:cxnSpLocks/>
          </p:cNvCxnSpPr>
          <p:nvPr/>
        </p:nvCxnSpPr>
        <p:spPr>
          <a:xfrm flipV="1">
            <a:off x="20316257" y="6681254"/>
            <a:ext cx="3341352" cy="7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2" descr="Output image">
            <a:extLst>
              <a:ext uri="{FF2B5EF4-FFF2-40B4-BE49-F238E27FC236}">
                <a16:creationId xmlns:a16="http://schemas.microsoft.com/office/drawing/2014/main" id="{E5BC3490-7374-1B6B-ADD1-9526B1E695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" t="6216" b="7256"/>
          <a:stretch/>
        </p:blipFill>
        <p:spPr bwMode="auto">
          <a:xfrm>
            <a:off x="20112725" y="11823672"/>
            <a:ext cx="3741242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" name="Conector recto 126">
            <a:extLst>
              <a:ext uri="{FF2B5EF4-FFF2-40B4-BE49-F238E27FC236}">
                <a16:creationId xmlns:a16="http://schemas.microsoft.com/office/drawing/2014/main" id="{8E5748D1-B080-6A69-833C-66989DCE8FB3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21983346" y="6688542"/>
            <a:ext cx="1" cy="51351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99ADEC22-6F2D-D35E-6B9D-4C6A275035FD}"/>
                  </a:ext>
                </a:extLst>
              </p:cNvPr>
              <p:cNvSpPr txBox="1"/>
              <p:nvPr/>
            </p:nvSpPr>
            <p:spPr>
              <a:xfrm>
                <a:off x="6248781" y="5029044"/>
                <a:ext cx="14881792" cy="23948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800" b="1" i="1" smtClean="0">
                          <a:latin typeface="Cambria Math" panose="02040503050406030204" pitchFamily="18" charset="0"/>
                        </a:rPr>
                        <m:t>𝑺𝒊𝒏𝒌𝒉𝒐𝒓𝒏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s-MX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s-MX" sz="4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MX" sz="4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s-MX" sz="48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</m:mr>
                        <m:mr>
                          <m:e>
                            <m:r>
                              <a:rPr lang="es-MX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𝜋𝜖</m:t>
                            </m:r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es-MX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d>
                                  <m:dPr>
                                    <m:ctrlP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s-MX" sz="48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s-MX" sz="4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mr>
                      </m:m>
                      <m:d>
                        <m:dPr>
                          <m:begChr m:val="⟨"/>
                          <m:endChr m:val="⟩"/>
                          <m:ctrlP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MX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MX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1035" name="CuadroTexto 1034">
                <a:extLst>
                  <a:ext uri="{FF2B5EF4-FFF2-40B4-BE49-F238E27FC236}">
                    <a16:creationId xmlns:a16="http://schemas.microsoft.com/office/drawing/2014/main" id="{99ADEC22-6F2D-D35E-6B9D-4C6A27503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781" y="5029044"/>
                <a:ext cx="14881792" cy="2394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2F1F57-AE52-5F44-AF4B-884D13E7AEA8}"/>
                  </a:ext>
                </a:extLst>
              </p:cNvPr>
              <p:cNvSpPr txBox="1"/>
              <p:nvPr/>
            </p:nvSpPr>
            <p:spPr>
              <a:xfrm>
                <a:off x="24345148" y="6273043"/>
                <a:ext cx="12164160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s-MX" sz="5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5400" i="1" smtClean="0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s-MX" sz="5400" b="0" i="1" smtClean="0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d>
                      <m:dPr>
                        <m:ctrlPr>
                          <a:rPr lang="es-MX" sz="5400" i="1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5400" i="1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s-MX" sz="5400" i="1">
                            <a:solidFill>
                              <a:srgbClr val="CF7F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s-MX" sz="5400" i="1">
                                <a:solidFill>
                                  <a:srgbClr val="CF7F8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MX" sz="5400" i="1">
                                <a:solidFill>
                                  <a:srgbClr val="CF7F8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s-MX" sz="5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s-MX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d>
                      <m:dPr>
                        <m:ctrlPr>
                          <a:rPr lang="es-MX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s-MX" sz="5400" i="1">
                            <a:solidFill>
                              <a:srgbClr val="98B8A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MX" sz="5400" i="1">
                                <a:solidFill>
                                  <a:srgbClr val="98B8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5400" i="1">
                                <a:solidFill>
                                  <a:srgbClr val="98B8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MX" sz="5400" i="1">
                                <a:solidFill>
                                  <a:srgbClr val="98B8A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5400" dirty="0"/>
                  <a:t> </a:t>
                </a:r>
                <a:r>
                  <a:rPr lang="en-US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classification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B2F1F57-AE52-5F44-AF4B-884D13E7A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5148" y="6273043"/>
                <a:ext cx="12164160" cy="830997"/>
              </a:xfrm>
              <a:prstGeom prst="rect">
                <a:avLst/>
              </a:prstGeom>
              <a:blipFill>
                <a:blip r:embed="rId7"/>
                <a:stretch>
                  <a:fillRect l="-50" t="-14706" b="-404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echa: curvada hacia abajo 10">
            <a:extLst>
              <a:ext uri="{FF2B5EF4-FFF2-40B4-BE49-F238E27FC236}">
                <a16:creationId xmlns:a16="http://schemas.microsoft.com/office/drawing/2014/main" id="{986DC117-051C-95EF-5DF1-15BF49DAD3B3}"/>
              </a:ext>
            </a:extLst>
          </p:cNvPr>
          <p:cNvSpPr/>
          <p:nvPr/>
        </p:nvSpPr>
        <p:spPr>
          <a:xfrm flipH="1">
            <a:off x="7982451" y="1242865"/>
            <a:ext cx="18060905" cy="2674013"/>
          </a:xfrm>
          <a:prstGeom prst="curvedDownArrow">
            <a:avLst/>
          </a:prstGeom>
          <a:solidFill>
            <a:srgbClr val="A99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3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99">
            <a:extLst>
              <a:ext uri="{FF2B5EF4-FFF2-40B4-BE49-F238E27FC236}">
                <a16:creationId xmlns:a16="http://schemas.microsoft.com/office/drawing/2014/main" id="{6B6083FA-E402-890D-B231-81332083F0A3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800" dirty="0"/>
          </a:p>
        </p:txBody>
      </p:sp>
      <p:sp>
        <p:nvSpPr>
          <p:cNvPr id="5" name="Rectangle: Top Corners Rounded 99">
            <a:extLst>
              <a:ext uri="{FF2B5EF4-FFF2-40B4-BE49-F238E27FC236}">
                <a16:creationId xmlns:a16="http://schemas.microsoft.com/office/drawing/2014/main" id="{85A93C13-C557-8550-2FD5-53C84F275117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800" dirty="0"/>
          </a:p>
        </p:txBody>
      </p:sp>
      <p:sp>
        <p:nvSpPr>
          <p:cNvPr id="6" name="Rectangle: Top Corners Rounded 99">
            <a:extLst>
              <a:ext uri="{FF2B5EF4-FFF2-40B4-BE49-F238E27FC236}">
                <a16:creationId xmlns:a16="http://schemas.microsoft.com/office/drawing/2014/main" id="{7B9054D5-6915-D875-F2EB-3D3FE9070D93}"/>
              </a:ext>
            </a:extLst>
          </p:cNvPr>
          <p:cNvSpPr/>
          <p:nvPr/>
        </p:nvSpPr>
        <p:spPr>
          <a:xfrm rot="5400000">
            <a:off x="19684481" y="-5727256"/>
            <a:ext cx="7951573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8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2DAD83E-CB1F-5AE5-6856-1D7F03015731}"/>
              </a:ext>
            </a:extLst>
          </p:cNvPr>
          <p:cNvSpPr/>
          <p:nvPr/>
        </p:nvSpPr>
        <p:spPr>
          <a:xfrm>
            <a:off x="5234667" y="1502229"/>
            <a:ext cx="9029656" cy="1636881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800"/>
          </a:p>
        </p:txBody>
      </p:sp>
      <p:sp>
        <p:nvSpPr>
          <p:cNvPr id="8" name="Rectangle: Rounded Corners 67">
            <a:extLst>
              <a:ext uri="{FF2B5EF4-FFF2-40B4-BE49-F238E27FC236}">
                <a16:creationId xmlns:a16="http://schemas.microsoft.com/office/drawing/2014/main" id="{F198B798-9A96-BBCA-93F5-1C9C4BC8C3CD}"/>
              </a:ext>
            </a:extLst>
          </p:cNvPr>
          <p:cNvSpPr/>
          <p:nvPr/>
        </p:nvSpPr>
        <p:spPr>
          <a:xfrm>
            <a:off x="5789495" y="10914777"/>
            <a:ext cx="7920000" cy="421626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80% for training and 20% for testing.</a:t>
            </a:r>
            <a:endParaRPr lang="es-MX" sz="5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7">
            <a:extLst>
              <a:ext uri="{FF2B5EF4-FFF2-40B4-BE49-F238E27FC236}">
                <a16:creationId xmlns:a16="http://schemas.microsoft.com/office/drawing/2014/main" id="{A738FBDD-59DF-E648-1F9E-43433584E350}"/>
              </a:ext>
            </a:extLst>
          </p:cNvPr>
          <p:cNvSpPr/>
          <p:nvPr/>
        </p:nvSpPr>
        <p:spPr>
          <a:xfrm>
            <a:off x="5789495" y="4833088"/>
            <a:ext cx="7920000" cy="281269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dataset with real artifacts</a:t>
            </a:r>
            <a:endParaRPr lang="es-MX" sz="5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20">
            <a:extLst>
              <a:ext uri="{FF2B5EF4-FFF2-40B4-BE49-F238E27FC236}">
                <a16:creationId xmlns:a16="http://schemas.microsoft.com/office/drawing/2014/main" id="{3E58651C-46B7-C24F-94DE-DB55394664D0}"/>
              </a:ext>
            </a:extLst>
          </p:cNvPr>
          <p:cNvSpPr/>
          <p:nvPr/>
        </p:nvSpPr>
        <p:spPr>
          <a:xfrm>
            <a:off x="5789495" y="8244367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EEG signal dataset</a:t>
            </a: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A93B7A24-2168-C8FE-92F0-05EA308835CD}"/>
              </a:ext>
            </a:extLst>
          </p:cNvPr>
          <p:cNvSpPr/>
          <p:nvPr/>
        </p:nvSpPr>
        <p:spPr>
          <a:xfrm>
            <a:off x="5789495" y="15758925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 the source dataset with the target dataset</a:t>
            </a:r>
          </a:p>
        </p:txBody>
      </p:sp>
      <p:sp>
        <p:nvSpPr>
          <p:cNvPr id="12" name="Rectangle: Rounded Corners 101">
            <a:extLst>
              <a:ext uri="{FF2B5EF4-FFF2-40B4-BE49-F238E27FC236}">
                <a16:creationId xmlns:a16="http://schemas.microsoft.com/office/drawing/2014/main" id="{7DFA1D46-F8C6-203D-EB01-B00DFDE4C04C}"/>
              </a:ext>
            </a:extLst>
          </p:cNvPr>
          <p:cNvSpPr/>
          <p:nvPr/>
        </p:nvSpPr>
        <p:spPr>
          <a:xfrm>
            <a:off x="15022821" y="12571770"/>
            <a:ext cx="7324507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deep learning model with domain adaptation</a:t>
            </a:r>
            <a:endParaRPr lang="es-MX" sz="5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7">
            <a:extLst>
              <a:ext uri="{FF2B5EF4-FFF2-40B4-BE49-F238E27FC236}">
                <a16:creationId xmlns:a16="http://schemas.microsoft.com/office/drawing/2014/main" id="{7DA9A5B6-15C5-8D43-3A31-480264E06B95}"/>
              </a:ext>
            </a:extLst>
          </p:cNvPr>
          <p:cNvSpPr/>
          <p:nvPr/>
        </p:nvSpPr>
        <p:spPr>
          <a:xfrm>
            <a:off x="5789495" y="1876855"/>
            <a:ext cx="7920000" cy="235764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u="sng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A836413-95AA-1390-A45E-451BA35D062D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3139991-4A3F-812C-3EF3-369378D670FF}"/>
              </a:ext>
            </a:extLst>
          </p:cNvPr>
          <p:cNvSpPr/>
          <p:nvPr/>
        </p:nvSpPr>
        <p:spPr>
          <a:xfrm>
            <a:off x="4723878" y="1121806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41961EB-0E2F-9A99-A578-6DBFF0A656E9}"/>
              </a:ext>
            </a:extLst>
          </p:cNvPr>
          <p:cNvSpPr/>
          <p:nvPr/>
        </p:nvSpPr>
        <p:spPr>
          <a:xfrm>
            <a:off x="34129418" y="1121806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Rectangle: Rounded Corners 7">
            <a:extLst>
              <a:ext uri="{FF2B5EF4-FFF2-40B4-BE49-F238E27FC236}">
                <a16:creationId xmlns:a16="http://schemas.microsoft.com/office/drawing/2014/main" id="{B30D1432-2CC3-7E03-1F45-E253E6A3E03E}"/>
              </a:ext>
            </a:extLst>
          </p:cNvPr>
          <p:cNvSpPr/>
          <p:nvPr/>
        </p:nvSpPr>
        <p:spPr>
          <a:xfrm>
            <a:off x="14700927" y="1934285"/>
            <a:ext cx="19552570" cy="103272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s-MX" sz="58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5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7">
            <a:extLst>
              <a:ext uri="{FF2B5EF4-FFF2-40B4-BE49-F238E27FC236}">
                <a16:creationId xmlns:a16="http://schemas.microsoft.com/office/drawing/2014/main" id="{2F43657B-E486-9EDA-EAC4-B58F4C60B508}"/>
              </a:ext>
            </a:extLst>
          </p:cNvPr>
          <p:cNvSpPr/>
          <p:nvPr/>
        </p:nvSpPr>
        <p:spPr>
          <a:xfrm>
            <a:off x="14700927" y="4575672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the Short-Time Fourier Transform (STFT) and extract the magnitude</a:t>
            </a:r>
          </a:p>
        </p:txBody>
      </p:sp>
      <p:sp>
        <p:nvSpPr>
          <p:cNvPr id="19" name="Rectangle: Rounded Corners 101">
            <a:extLst>
              <a:ext uri="{FF2B5EF4-FFF2-40B4-BE49-F238E27FC236}">
                <a16:creationId xmlns:a16="http://schemas.microsoft.com/office/drawing/2014/main" id="{4FC085D3-3328-D932-2685-BE75166B5E92}"/>
              </a:ext>
            </a:extLst>
          </p:cNvPr>
          <p:cNvSpPr/>
          <p:nvPr/>
        </p:nvSpPr>
        <p:spPr>
          <a:xfrm>
            <a:off x="22727651" y="12571771"/>
            <a:ext cx="11525846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deep learning model with domain adaptation using accuracy, precision, recall, and F1 score; MSE, RMSE, and CC</a:t>
            </a:r>
            <a:endParaRPr lang="es-MX" sz="5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7">
            <a:extLst>
              <a:ext uri="{FF2B5EF4-FFF2-40B4-BE49-F238E27FC236}">
                <a16:creationId xmlns:a16="http://schemas.microsoft.com/office/drawing/2014/main" id="{7ED93E62-D1A9-4F84-12F0-82FB9E0F21B7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</a:t>
            </a:r>
            <a:r>
              <a:rPr lang="es-MX" sz="58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s-MX" sz="5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58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lang="en-US" sz="5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101">
            <a:extLst>
              <a:ext uri="{FF2B5EF4-FFF2-40B4-BE49-F238E27FC236}">
                <a16:creationId xmlns:a16="http://schemas.microsoft.com/office/drawing/2014/main" id="{9C813DE8-9058-75C8-61BA-A6239E9C7AED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learning model generalization with domain adaptation</a:t>
            </a:r>
            <a:endParaRPr lang="es-MX" sz="58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854CE62-F269-7952-1696-639D46C46CFA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: Rounded Corners 7">
            <a:extLst>
              <a:ext uri="{FF2B5EF4-FFF2-40B4-BE49-F238E27FC236}">
                <a16:creationId xmlns:a16="http://schemas.microsoft.com/office/drawing/2014/main" id="{6169537C-3846-CE03-D427-9846ABF1AC7D}"/>
              </a:ext>
            </a:extLst>
          </p:cNvPr>
          <p:cNvSpPr/>
          <p:nvPr/>
        </p:nvSpPr>
        <p:spPr>
          <a:xfrm>
            <a:off x="14700927" y="7923256"/>
            <a:ext cx="19347468" cy="1317145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US" sz="5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7">
            <a:extLst>
              <a:ext uri="{FF2B5EF4-FFF2-40B4-BE49-F238E27FC236}">
                <a16:creationId xmlns:a16="http://schemas.microsoft.com/office/drawing/2014/main" id="{628C4BE2-8B27-EC35-12B1-2A4318EFA121}"/>
              </a:ext>
            </a:extLst>
          </p:cNvPr>
          <p:cNvSpPr/>
          <p:nvPr/>
        </p:nvSpPr>
        <p:spPr>
          <a:xfrm>
            <a:off x="24783233" y="4575187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signal in the time domain</a:t>
            </a:r>
          </a:p>
        </p:txBody>
      </p:sp>
      <p:sp>
        <p:nvSpPr>
          <p:cNvPr id="25" name="Rectangle: Rounded Corners 7">
            <a:extLst>
              <a:ext uri="{FF2B5EF4-FFF2-40B4-BE49-F238E27FC236}">
                <a16:creationId xmlns:a16="http://schemas.microsoft.com/office/drawing/2014/main" id="{8F9C2701-F62E-E7B1-CC2A-00129271E957}"/>
              </a:ext>
            </a:extLst>
          </p:cNvPr>
          <p:cNvSpPr/>
          <p:nvPr/>
        </p:nvSpPr>
        <p:spPr>
          <a:xfrm>
            <a:off x="14700927" y="3101269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26" name="Rectangle: Rounded Corners 7">
            <a:extLst>
              <a:ext uri="{FF2B5EF4-FFF2-40B4-BE49-F238E27FC236}">
                <a16:creationId xmlns:a16="http://schemas.microsoft.com/office/drawing/2014/main" id="{1B410FEC-0A3F-FB64-DE31-2453B9511CF9}"/>
              </a:ext>
            </a:extLst>
          </p:cNvPr>
          <p:cNvSpPr/>
          <p:nvPr/>
        </p:nvSpPr>
        <p:spPr>
          <a:xfrm>
            <a:off x="24783233" y="3090340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16721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A939-C375-F592-E6E2-36E353D0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DBB5FDBD-2D94-717C-BD7F-ED233A9B5A7F}"/>
              </a:ext>
            </a:extLst>
          </p:cNvPr>
          <p:cNvSpPr/>
          <p:nvPr/>
        </p:nvSpPr>
        <p:spPr>
          <a:xfrm>
            <a:off x="11582402" y="13182600"/>
            <a:ext cx="25023302" cy="9639201"/>
          </a:xfrm>
          <a:prstGeom prst="roundRect">
            <a:avLst>
              <a:gd name="adj" fmla="val 4533"/>
            </a:avLst>
          </a:prstGeom>
          <a:solidFill>
            <a:srgbClr val="FFF6DC"/>
          </a:solidFill>
          <a:ln w="152400">
            <a:solidFill>
              <a:srgbClr val="FFF2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80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0BD86CA6-E78B-BDF4-8CF6-CFB6BB236DA0}"/>
              </a:ext>
            </a:extLst>
          </p:cNvPr>
          <p:cNvSpPr/>
          <p:nvPr/>
        </p:nvSpPr>
        <p:spPr>
          <a:xfrm>
            <a:off x="10822220" y="371706"/>
            <a:ext cx="25702478" cy="14732790"/>
          </a:xfrm>
          <a:prstGeom prst="roundRect">
            <a:avLst>
              <a:gd name="adj" fmla="val 4533"/>
            </a:avLst>
          </a:prstGeom>
          <a:solidFill>
            <a:srgbClr val="E1DEFF"/>
          </a:solidFill>
          <a:ln w="152400">
            <a:solidFill>
              <a:srgbClr val="C7B1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80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C97340AE-9EB4-3EE7-BAFB-E0CFB1CC3821}"/>
              </a:ext>
            </a:extLst>
          </p:cNvPr>
          <p:cNvSpPr/>
          <p:nvPr/>
        </p:nvSpPr>
        <p:spPr>
          <a:xfrm>
            <a:off x="517040" y="10425335"/>
            <a:ext cx="12988020" cy="12329635"/>
          </a:xfrm>
          <a:prstGeom prst="roundRect">
            <a:avLst>
              <a:gd name="adj" fmla="val 4533"/>
            </a:avLst>
          </a:prstGeom>
          <a:solidFill>
            <a:srgbClr val="BDD7EE"/>
          </a:solidFill>
          <a:ln w="152400">
            <a:solidFill>
              <a:srgbClr val="73B0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80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9708646-9B7E-2E3B-F665-23135D082340}"/>
              </a:ext>
            </a:extLst>
          </p:cNvPr>
          <p:cNvSpPr/>
          <p:nvPr/>
        </p:nvSpPr>
        <p:spPr>
          <a:xfrm>
            <a:off x="499383" y="371706"/>
            <a:ext cx="12988020" cy="1138567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 w="152400">
            <a:solidFill>
              <a:srgbClr val="9ACB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800"/>
          </a:p>
        </p:txBody>
      </p:sp>
      <p:sp>
        <p:nvSpPr>
          <p:cNvPr id="9" name="Rectangle: Rounded Corners 7">
            <a:extLst>
              <a:ext uri="{FF2B5EF4-FFF2-40B4-BE49-F238E27FC236}">
                <a16:creationId xmlns:a16="http://schemas.microsoft.com/office/drawing/2014/main" id="{1F84FAC8-07B9-31D7-9C5E-54AF050B0F19}"/>
              </a:ext>
            </a:extLst>
          </p:cNvPr>
          <p:cNvSpPr/>
          <p:nvPr/>
        </p:nvSpPr>
        <p:spPr>
          <a:xfrm>
            <a:off x="1076688" y="3143779"/>
            <a:ext cx="11880000" cy="2088000"/>
          </a:xfrm>
          <a:prstGeom prst="roundRect">
            <a:avLst/>
          </a:prstGeom>
          <a:solidFill>
            <a:srgbClr val="A3D4A2"/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EEG (real)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20">
            <a:extLst>
              <a:ext uri="{FF2B5EF4-FFF2-40B4-BE49-F238E27FC236}">
                <a16:creationId xmlns:a16="http://schemas.microsoft.com/office/drawing/2014/main" id="{7BB108DD-6F76-4C60-E30D-E582DD901E11}"/>
              </a:ext>
            </a:extLst>
          </p:cNvPr>
          <p:cNvSpPr/>
          <p:nvPr/>
        </p:nvSpPr>
        <p:spPr>
          <a:xfrm>
            <a:off x="1053393" y="6081216"/>
            <a:ext cx="11880000" cy="2088000"/>
          </a:xfrm>
          <a:prstGeom prst="roundRect">
            <a:avLst/>
          </a:prstGeom>
          <a:solidFill>
            <a:srgbClr val="A3D4A2"/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EEG (semi-synthetic)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7">
            <a:extLst>
              <a:ext uri="{FF2B5EF4-FFF2-40B4-BE49-F238E27FC236}">
                <a16:creationId xmlns:a16="http://schemas.microsoft.com/office/drawing/2014/main" id="{9180C9C2-7CF4-D75B-6392-8B513DBD99CE}"/>
              </a:ext>
            </a:extLst>
          </p:cNvPr>
          <p:cNvSpPr/>
          <p:nvPr/>
        </p:nvSpPr>
        <p:spPr>
          <a:xfrm>
            <a:off x="1056030" y="760956"/>
            <a:ext cx="11880000" cy="2088000"/>
          </a:xfrm>
          <a:prstGeom prst="roundRect">
            <a:avLst/>
          </a:prstGeom>
          <a:solidFill>
            <a:srgbClr val="D1EBDE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u="sng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</a:t>
            </a:r>
          </a:p>
        </p:txBody>
      </p:sp>
      <p:sp>
        <p:nvSpPr>
          <p:cNvPr id="2" name="Rectangle: Rounded Corners 20">
            <a:extLst>
              <a:ext uri="{FF2B5EF4-FFF2-40B4-BE49-F238E27FC236}">
                <a16:creationId xmlns:a16="http://schemas.microsoft.com/office/drawing/2014/main" id="{CED82514-F3C5-2310-202D-B8BA721D86C5}"/>
              </a:ext>
            </a:extLst>
          </p:cNvPr>
          <p:cNvSpPr/>
          <p:nvPr/>
        </p:nvSpPr>
        <p:spPr>
          <a:xfrm>
            <a:off x="1053393" y="9150000"/>
            <a:ext cx="11880000" cy="2088000"/>
          </a:xfrm>
          <a:prstGeom prst="roundRect">
            <a:avLst/>
          </a:prstGeom>
          <a:solidFill>
            <a:srgbClr val="A3D4A2"/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alignment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ADFDA79-5CD0-DF83-B882-1E27E89ACD94}"/>
              </a:ext>
            </a:extLst>
          </p:cNvPr>
          <p:cNvCxnSpPr/>
          <p:nvPr/>
        </p:nvCxnSpPr>
        <p:spPr>
          <a:xfrm flipH="1">
            <a:off x="6989755" y="5257949"/>
            <a:ext cx="1819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7">
            <a:extLst>
              <a:ext uri="{FF2B5EF4-FFF2-40B4-BE49-F238E27FC236}">
                <a16:creationId xmlns:a16="http://schemas.microsoft.com/office/drawing/2014/main" id="{A3649B85-E852-D565-0151-FA3BB65574FB}"/>
              </a:ext>
            </a:extLst>
          </p:cNvPr>
          <p:cNvSpPr/>
          <p:nvPr/>
        </p:nvSpPr>
        <p:spPr>
          <a:xfrm>
            <a:off x="1201548" y="14322775"/>
            <a:ext cx="11880000" cy="2088000"/>
          </a:xfrm>
          <a:prstGeom prst="roundRect">
            <a:avLst/>
          </a:prstGeom>
          <a:solidFill>
            <a:srgbClr val="8FAADC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 to 512 Hz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20">
            <a:extLst>
              <a:ext uri="{FF2B5EF4-FFF2-40B4-BE49-F238E27FC236}">
                <a16:creationId xmlns:a16="http://schemas.microsoft.com/office/drawing/2014/main" id="{66FE6DCA-9ABF-286E-63C7-A490DCC3F3AD}"/>
              </a:ext>
            </a:extLst>
          </p:cNvPr>
          <p:cNvSpPr/>
          <p:nvPr/>
        </p:nvSpPr>
        <p:spPr>
          <a:xfrm>
            <a:off x="1071050" y="17358387"/>
            <a:ext cx="11880000" cy="2088000"/>
          </a:xfrm>
          <a:prstGeom prst="roundRect">
            <a:avLst/>
          </a:prstGeom>
          <a:solidFill>
            <a:srgbClr val="8FAADC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STFT magnitude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7">
            <a:extLst>
              <a:ext uri="{FF2B5EF4-FFF2-40B4-BE49-F238E27FC236}">
                <a16:creationId xmlns:a16="http://schemas.microsoft.com/office/drawing/2014/main" id="{076E572E-3302-9813-E99E-4EA8ECA0A010}"/>
              </a:ext>
            </a:extLst>
          </p:cNvPr>
          <p:cNvSpPr/>
          <p:nvPr/>
        </p:nvSpPr>
        <p:spPr>
          <a:xfrm>
            <a:off x="1073687" y="12139546"/>
            <a:ext cx="11880000" cy="2088000"/>
          </a:xfrm>
          <a:prstGeom prst="roundRect">
            <a:avLst/>
          </a:prstGeom>
          <a:solidFill>
            <a:srgbClr val="BDD7EE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Preprocessing</a:t>
            </a:r>
          </a:p>
        </p:txBody>
      </p:sp>
      <p:sp>
        <p:nvSpPr>
          <p:cNvPr id="34" name="Rectangle: Rounded Corners 20">
            <a:extLst>
              <a:ext uri="{FF2B5EF4-FFF2-40B4-BE49-F238E27FC236}">
                <a16:creationId xmlns:a16="http://schemas.microsoft.com/office/drawing/2014/main" id="{F190C4FA-3004-C1B5-FFCE-549620CCF797}"/>
              </a:ext>
            </a:extLst>
          </p:cNvPr>
          <p:cNvSpPr/>
          <p:nvPr/>
        </p:nvSpPr>
        <p:spPr>
          <a:xfrm>
            <a:off x="1071050" y="20219667"/>
            <a:ext cx="11880000" cy="2088000"/>
          </a:xfrm>
          <a:prstGeom prst="roundRect">
            <a:avLst/>
          </a:prstGeom>
          <a:solidFill>
            <a:srgbClr val="8FAADC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39" name="Rectangle: Rounded Corners 7">
            <a:extLst>
              <a:ext uri="{FF2B5EF4-FFF2-40B4-BE49-F238E27FC236}">
                <a16:creationId xmlns:a16="http://schemas.microsoft.com/office/drawing/2014/main" id="{A0616079-10EE-D31F-7536-777C49636561}"/>
              </a:ext>
            </a:extLst>
          </p:cNvPr>
          <p:cNvSpPr/>
          <p:nvPr/>
        </p:nvSpPr>
        <p:spPr>
          <a:xfrm>
            <a:off x="14062675" y="3212855"/>
            <a:ext cx="10313566" cy="2088000"/>
          </a:xfrm>
          <a:prstGeom prst="roundRect">
            <a:avLst/>
          </a:prstGeom>
          <a:solidFill>
            <a:srgbClr val="C5A1FB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(</a:t>
            </a:r>
            <a:r>
              <a:rPr 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: Rounded Corners 20">
                <a:extLst>
                  <a:ext uri="{FF2B5EF4-FFF2-40B4-BE49-F238E27FC236}">
                    <a16:creationId xmlns:a16="http://schemas.microsoft.com/office/drawing/2014/main" id="{43818706-8E4C-24F8-CB08-6F3A25654325}"/>
                  </a:ext>
                </a:extLst>
              </p:cNvPr>
              <p:cNvSpPr/>
              <p:nvPr/>
            </p:nvSpPr>
            <p:spPr>
              <a:xfrm>
                <a:off x="14062675" y="5990887"/>
                <a:ext cx="10313566" cy="2346448"/>
              </a:xfrm>
              <a:prstGeom prst="roundRect">
                <a:avLst/>
              </a:prstGeom>
              <a:solidFill>
                <a:srgbClr val="C5A1FB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 </a:t>
                </a:r>
                <a:r>
                  <a:rPr lang="es-MX" sz="72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representations</a:t>
                </a:r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7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7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s-MX" sz="7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s-MX" sz="72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7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MX" sz="7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s-MX" sz="7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s-MX" sz="7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: Rounded Corners 20">
                <a:extLst>
                  <a:ext uri="{FF2B5EF4-FFF2-40B4-BE49-F238E27FC236}">
                    <a16:creationId xmlns:a16="http://schemas.microsoft.com/office/drawing/2014/main" id="{43818706-8E4C-24F8-CB08-6F3A25654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675" y="5990887"/>
                <a:ext cx="10313566" cy="2346448"/>
              </a:xfrm>
              <a:prstGeom prst="roundRect">
                <a:avLst/>
              </a:prstGeom>
              <a:blipFill>
                <a:blip r:embed="rId2"/>
                <a:stretch>
                  <a:fillRect t="-6784" r="-1408" b="-16834"/>
                </a:stretch>
              </a:blipFill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7">
            <a:extLst>
              <a:ext uri="{FF2B5EF4-FFF2-40B4-BE49-F238E27FC236}">
                <a16:creationId xmlns:a16="http://schemas.microsoft.com/office/drawing/2014/main" id="{E577FFA8-5C32-0A38-0540-D087BC3722A6}"/>
              </a:ext>
            </a:extLst>
          </p:cNvPr>
          <p:cNvSpPr/>
          <p:nvPr/>
        </p:nvSpPr>
        <p:spPr>
          <a:xfrm>
            <a:off x="14044050" y="760957"/>
            <a:ext cx="21860502" cy="2088000"/>
          </a:xfrm>
          <a:prstGeom prst="roundRect">
            <a:avLst/>
          </a:prstGeom>
          <a:solidFill>
            <a:srgbClr val="E1DE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Training of the learning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20">
                <a:extLst>
                  <a:ext uri="{FF2B5EF4-FFF2-40B4-BE49-F238E27FC236}">
                    <a16:creationId xmlns:a16="http://schemas.microsoft.com/office/drawing/2014/main" id="{8EAA6E3E-EC43-C9A0-BD4C-D4F32FBC4E80}"/>
                  </a:ext>
                </a:extLst>
              </p:cNvPr>
              <p:cNvSpPr/>
              <p:nvPr/>
            </p:nvSpPr>
            <p:spPr>
              <a:xfrm>
                <a:off x="14062675" y="9123917"/>
                <a:ext cx="10313566" cy="2088000"/>
              </a:xfrm>
              <a:prstGeom prst="roundRect">
                <a:avLst/>
              </a:prstGeom>
              <a:solidFill>
                <a:srgbClr val="C5A1FB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72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Shared</a:t>
                </a:r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72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latent</a:t>
                </a:r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MX" sz="72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</a:t>
                </a:r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7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8" name="Rectangle: Rounded Corners 20">
                <a:extLst>
                  <a:ext uri="{FF2B5EF4-FFF2-40B4-BE49-F238E27FC236}">
                    <a16:creationId xmlns:a16="http://schemas.microsoft.com/office/drawing/2014/main" id="{8EAA6E3E-EC43-C9A0-BD4C-D4F32FBC4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2675" y="9123917"/>
                <a:ext cx="10313566" cy="2088000"/>
              </a:xfrm>
              <a:prstGeom prst="roundRect">
                <a:avLst/>
              </a:prstGeom>
              <a:blipFill>
                <a:blip r:embed="rId3"/>
                <a:stretch>
                  <a:fillRect b="-563"/>
                </a:stretch>
              </a:blipFill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: Rounded Corners 20">
            <a:extLst>
              <a:ext uri="{FF2B5EF4-FFF2-40B4-BE49-F238E27FC236}">
                <a16:creationId xmlns:a16="http://schemas.microsoft.com/office/drawing/2014/main" id="{C63BE66C-6551-2FAA-44C6-9C1AC5981596}"/>
              </a:ext>
            </a:extLst>
          </p:cNvPr>
          <p:cNvSpPr/>
          <p:nvPr/>
        </p:nvSpPr>
        <p:spPr>
          <a:xfrm>
            <a:off x="14062675" y="12065221"/>
            <a:ext cx="10313566" cy="2804557"/>
          </a:xfrm>
          <a:prstGeom prst="roundRect">
            <a:avLst>
              <a:gd name="adj" fmla="val 8099"/>
            </a:avLst>
          </a:prstGeom>
          <a:solidFill>
            <a:srgbClr val="C5A1FB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es-MX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Sinkhorn</a:t>
            </a:r>
            <a:r>
              <a:rPr lang="es-MX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809392B9-DD3E-E713-1478-320690094F32}"/>
              </a:ext>
            </a:extLst>
          </p:cNvPr>
          <p:cNvCxnSpPr>
            <a:cxnSpLocks/>
          </p:cNvCxnSpPr>
          <p:nvPr/>
        </p:nvCxnSpPr>
        <p:spPr>
          <a:xfrm>
            <a:off x="18189527" y="11211917"/>
            <a:ext cx="0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AEC24361-84A5-F1B4-DE1D-B783352263CC}"/>
              </a:ext>
            </a:extLst>
          </p:cNvPr>
          <p:cNvCxnSpPr>
            <a:cxnSpLocks/>
          </p:cNvCxnSpPr>
          <p:nvPr/>
        </p:nvCxnSpPr>
        <p:spPr>
          <a:xfrm flipV="1">
            <a:off x="19997462" y="11211917"/>
            <a:ext cx="0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B5DC88AD-FC3F-8BE2-1AD2-A6AAF315BB9B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19219458" y="5300855"/>
            <a:ext cx="0" cy="690032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E498667C-B043-DFC2-09EB-FF7220D20190}"/>
              </a:ext>
            </a:extLst>
          </p:cNvPr>
          <p:cNvCxnSpPr>
            <a:cxnSpLocks/>
          </p:cNvCxnSpPr>
          <p:nvPr/>
        </p:nvCxnSpPr>
        <p:spPr>
          <a:xfrm>
            <a:off x="19219458" y="8337337"/>
            <a:ext cx="0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7">
                <a:extLst>
                  <a:ext uri="{FF2B5EF4-FFF2-40B4-BE49-F238E27FC236}">
                    <a16:creationId xmlns:a16="http://schemas.microsoft.com/office/drawing/2014/main" id="{93B16E53-9723-8286-8143-B853769BB8BC}"/>
                  </a:ext>
                </a:extLst>
              </p:cNvPr>
              <p:cNvSpPr/>
              <p:nvPr/>
            </p:nvSpPr>
            <p:spPr>
              <a:xfrm>
                <a:off x="25590986" y="3169949"/>
                <a:ext cx="10313566" cy="2088000"/>
              </a:xfrm>
              <a:prstGeom prst="roundRect">
                <a:avLst/>
              </a:prstGeom>
              <a:solidFill>
                <a:srgbClr val="C5A1FB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7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MLP 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7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MX" sz="7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s-MX" sz="7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Rectangle: Rounded Corners 7">
                <a:extLst>
                  <a:ext uri="{FF2B5EF4-FFF2-40B4-BE49-F238E27FC236}">
                    <a16:creationId xmlns:a16="http://schemas.microsoft.com/office/drawing/2014/main" id="{93B16E53-9723-8286-8143-B853769BB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0986" y="3169949"/>
                <a:ext cx="10313566" cy="2088000"/>
              </a:xfrm>
              <a:prstGeom prst="roundRect">
                <a:avLst/>
              </a:prstGeom>
              <a:blipFill>
                <a:blip r:embed="rId4"/>
                <a:stretch>
                  <a:fillRect b="-562"/>
                </a:stretch>
              </a:blipFill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233642E1-FC33-B4DC-00AF-046B75EFE462}"/>
              </a:ext>
            </a:extLst>
          </p:cNvPr>
          <p:cNvCxnSpPr>
            <a:cxnSpLocks/>
            <a:stCxn id="48" idx="3"/>
            <a:endCxn id="60" idx="1"/>
          </p:cNvCxnSpPr>
          <p:nvPr/>
        </p:nvCxnSpPr>
        <p:spPr>
          <a:xfrm flipV="1">
            <a:off x="24376241" y="4213949"/>
            <a:ext cx="1214745" cy="5953968"/>
          </a:xfrm>
          <a:prstGeom prst="bentConnector3">
            <a:avLst>
              <a:gd name="adj1" fmla="val 50000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7">
                <a:extLst>
                  <a:ext uri="{FF2B5EF4-FFF2-40B4-BE49-F238E27FC236}">
                    <a16:creationId xmlns:a16="http://schemas.microsoft.com/office/drawing/2014/main" id="{A40E86D9-29A6-F4C6-F50C-E42758DBA99D}"/>
                  </a:ext>
                </a:extLst>
              </p:cNvPr>
              <p:cNvSpPr/>
              <p:nvPr/>
            </p:nvSpPr>
            <p:spPr>
              <a:xfrm>
                <a:off x="25655783" y="6046581"/>
                <a:ext cx="10313566" cy="2507102"/>
              </a:xfrm>
              <a:prstGeom prst="roundRect">
                <a:avLst/>
              </a:prstGeom>
              <a:solidFill>
                <a:srgbClr val="C5A1FB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6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</a:t>
                </a:r>
                <a:r>
                  <a:rPr lang="es-MX" sz="6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es-MX" sz="6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s-MX" sz="66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𝓛</m:t>
                      </m:r>
                      <m:r>
                        <a:rPr lang="es-MX" sz="6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𝑪𝑬</m:t>
                          </m:r>
                        </m:sub>
                      </m:sSub>
                      <m:d>
                        <m:dPr>
                          <m:ctrlP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s-MX" sz="6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6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s-MX" sz="6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𝑫𝑨</m:t>
                          </m:r>
                        </m:sub>
                      </m:sSub>
                      <m:d>
                        <m:dPr>
                          <m:ctrlP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  <m:r>
                            <a:rPr lang="es-MX" sz="6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s-MX" sz="6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6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s-MX" sz="6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6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Rectangle: Rounded Corners 7">
                <a:extLst>
                  <a:ext uri="{FF2B5EF4-FFF2-40B4-BE49-F238E27FC236}">
                    <a16:creationId xmlns:a16="http://schemas.microsoft.com/office/drawing/2014/main" id="{A40E86D9-29A6-F4C6-F50C-E42758DBA9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5783" y="6046581"/>
                <a:ext cx="10313566" cy="25071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8BE8E593-2C71-13EF-D96B-BB502FAB0522}"/>
              </a:ext>
            </a:extLst>
          </p:cNvPr>
          <p:cNvCxnSpPr>
            <a:cxnSpLocks/>
          </p:cNvCxnSpPr>
          <p:nvPr/>
        </p:nvCxnSpPr>
        <p:spPr>
          <a:xfrm>
            <a:off x="30812566" y="5231779"/>
            <a:ext cx="0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20">
            <a:extLst>
              <a:ext uri="{FF2B5EF4-FFF2-40B4-BE49-F238E27FC236}">
                <a16:creationId xmlns:a16="http://schemas.microsoft.com/office/drawing/2014/main" id="{39B514E9-28AF-5546-65D7-9A8815A2E935}"/>
              </a:ext>
            </a:extLst>
          </p:cNvPr>
          <p:cNvSpPr/>
          <p:nvPr/>
        </p:nvSpPr>
        <p:spPr>
          <a:xfrm>
            <a:off x="25582600" y="9364447"/>
            <a:ext cx="10313566" cy="5548305"/>
          </a:xfrm>
          <a:prstGeom prst="roundRect">
            <a:avLst>
              <a:gd name="adj" fmla="val 8099"/>
            </a:avLst>
          </a:prstGeom>
          <a:solidFill>
            <a:srgbClr val="C5A1FB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deep learning model with domain adaptation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769239A2-FED2-B7B6-AF9D-073006551862}"/>
              </a:ext>
            </a:extLst>
          </p:cNvPr>
          <p:cNvCxnSpPr>
            <a:cxnSpLocks/>
          </p:cNvCxnSpPr>
          <p:nvPr/>
        </p:nvCxnSpPr>
        <p:spPr>
          <a:xfrm>
            <a:off x="30789158" y="8500447"/>
            <a:ext cx="0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">
            <a:extLst>
              <a:ext uri="{FF2B5EF4-FFF2-40B4-BE49-F238E27FC236}">
                <a16:creationId xmlns:a16="http://schemas.microsoft.com/office/drawing/2014/main" id="{248CF7B2-C31F-4A30-92A3-1B9BB91AE7E9}"/>
              </a:ext>
            </a:extLst>
          </p:cNvPr>
          <p:cNvSpPr/>
          <p:nvPr/>
        </p:nvSpPr>
        <p:spPr>
          <a:xfrm>
            <a:off x="14188474" y="15961393"/>
            <a:ext cx="21841876" cy="2088000"/>
          </a:xfrm>
          <a:prstGeom prst="roundRect">
            <a:avLst/>
          </a:prstGeom>
          <a:solidFill>
            <a:srgbClr val="FFF6DC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Model comparison</a:t>
            </a:r>
          </a:p>
        </p:txBody>
      </p:sp>
      <p:sp>
        <p:nvSpPr>
          <p:cNvPr id="82" name="Rectangle: Rounded Corners 20">
            <a:extLst>
              <a:ext uri="{FF2B5EF4-FFF2-40B4-BE49-F238E27FC236}">
                <a16:creationId xmlns:a16="http://schemas.microsoft.com/office/drawing/2014/main" id="{01A9C482-8230-D821-523C-23EF0B39DC58}"/>
              </a:ext>
            </a:extLst>
          </p:cNvPr>
          <p:cNvSpPr/>
          <p:nvPr/>
        </p:nvSpPr>
        <p:spPr>
          <a:xfrm>
            <a:off x="14044050" y="18552580"/>
            <a:ext cx="10313567" cy="1539266"/>
          </a:xfrm>
          <a:prstGeom prst="roundRect">
            <a:avLst/>
          </a:prstGeom>
          <a:solidFill>
            <a:srgbClr val="FFD57F"/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: Rounded Corners 20">
            <a:extLst>
              <a:ext uri="{FF2B5EF4-FFF2-40B4-BE49-F238E27FC236}">
                <a16:creationId xmlns:a16="http://schemas.microsoft.com/office/drawing/2014/main" id="{980A5823-D1EF-26B9-A096-A437E8A5AB99}"/>
              </a:ext>
            </a:extLst>
          </p:cNvPr>
          <p:cNvSpPr/>
          <p:nvPr/>
        </p:nvSpPr>
        <p:spPr>
          <a:xfrm>
            <a:off x="25790082" y="18495367"/>
            <a:ext cx="10313566" cy="1540800"/>
          </a:xfrm>
          <a:prstGeom prst="roundRect">
            <a:avLst/>
          </a:prstGeom>
          <a:solidFill>
            <a:srgbClr val="FFD57F"/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: Rounded Corners 20">
            <a:extLst>
              <a:ext uri="{FF2B5EF4-FFF2-40B4-BE49-F238E27FC236}">
                <a16:creationId xmlns:a16="http://schemas.microsoft.com/office/drawing/2014/main" id="{D87272B8-C8C1-D55C-BAB9-88E4FF43BF12}"/>
              </a:ext>
            </a:extLst>
          </p:cNvPr>
          <p:cNvSpPr/>
          <p:nvPr/>
        </p:nvSpPr>
        <p:spPr>
          <a:xfrm>
            <a:off x="14062675" y="20766867"/>
            <a:ext cx="10313566" cy="1540800"/>
          </a:xfrm>
          <a:prstGeom prst="roundRect">
            <a:avLst/>
          </a:prstGeom>
          <a:solidFill>
            <a:srgbClr val="FFD57F"/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: Rounded Corners 20">
            <a:extLst>
              <a:ext uri="{FF2B5EF4-FFF2-40B4-BE49-F238E27FC236}">
                <a16:creationId xmlns:a16="http://schemas.microsoft.com/office/drawing/2014/main" id="{32A243AB-9839-36DB-D086-4A74D46F8F8E}"/>
              </a:ext>
            </a:extLst>
          </p:cNvPr>
          <p:cNvSpPr/>
          <p:nvPr/>
        </p:nvSpPr>
        <p:spPr>
          <a:xfrm>
            <a:off x="25790082" y="20634541"/>
            <a:ext cx="10313566" cy="1540800"/>
          </a:xfrm>
          <a:prstGeom prst="roundRect">
            <a:avLst/>
          </a:prstGeom>
          <a:solidFill>
            <a:srgbClr val="FFD57F"/>
          </a:solidFill>
          <a:ln w="762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Specificity</a:t>
            </a:r>
            <a:endParaRPr lang="es-MX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D8F118A9-1EF1-6341-15B1-2CBB1E69740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993393" y="11238000"/>
            <a:ext cx="19423" cy="1356049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: angular 98">
            <a:extLst>
              <a:ext uri="{FF2B5EF4-FFF2-40B4-BE49-F238E27FC236}">
                <a16:creationId xmlns:a16="http://schemas.microsoft.com/office/drawing/2014/main" id="{7A554D84-8D0C-C422-85AB-91CE66D7A225}"/>
              </a:ext>
            </a:extLst>
          </p:cNvPr>
          <p:cNvCxnSpPr>
            <a:cxnSpLocks/>
            <a:stCxn id="34" idx="3"/>
            <a:endCxn id="41" idx="1"/>
          </p:cNvCxnSpPr>
          <p:nvPr/>
        </p:nvCxnSpPr>
        <p:spPr>
          <a:xfrm flipV="1">
            <a:off x="12951050" y="1804957"/>
            <a:ext cx="1093000" cy="19458710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4B487E18-78BF-0124-998F-1DA91A52C8E9}"/>
              </a:ext>
            </a:extLst>
          </p:cNvPr>
          <p:cNvCxnSpPr/>
          <p:nvPr/>
        </p:nvCxnSpPr>
        <p:spPr>
          <a:xfrm flipH="1">
            <a:off x="6987936" y="8210426"/>
            <a:ext cx="1819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6040C7FD-7DF3-57B7-5A25-945491B0C491}"/>
              </a:ext>
            </a:extLst>
          </p:cNvPr>
          <p:cNvCxnSpPr/>
          <p:nvPr/>
        </p:nvCxnSpPr>
        <p:spPr>
          <a:xfrm flipH="1">
            <a:off x="7010140" y="16502228"/>
            <a:ext cx="1819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8911F07B-D41E-4B69-194D-31074432AB88}"/>
              </a:ext>
            </a:extLst>
          </p:cNvPr>
          <p:cNvCxnSpPr/>
          <p:nvPr/>
        </p:nvCxnSpPr>
        <p:spPr>
          <a:xfrm flipH="1">
            <a:off x="6986117" y="19401027"/>
            <a:ext cx="1819" cy="86400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: angular 123">
            <a:extLst>
              <a:ext uri="{FF2B5EF4-FFF2-40B4-BE49-F238E27FC236}">
                <a16:creationId xmlns:a16="http://schemas.microsoft.com/office/drawing/2014/main" id="{E63A8987-684B-F1F6-AA81-1138446F496D}"/>
              </a:ext>
            </a:extLst>
          </p:cNvPr>
          <p:cNvCxnSpPr>
            <a:stCxn id="69" idx="2"/>
            <a:endCxn id="74" idx="0"/>
          </p:cNvCxnSpPr>
          <p:nvPr/>
        </p:nvCxnSpPr>
        <p:spPr>
          <a:xfrm rot="5400000">
            <a:off x="27400078" y="12622087"/>
            <a:ext cx="1048641" cy="5629971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20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C987A04C-776D-0899-DD0F-3A47358C815E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32C3F514-441F-F644-1264-A06428F57083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A1AB7DC4-2E13-BBB5-77D2-575FC64D9BBC}"/>
              </a:ext>
            </a:extLst>
          </p:cNvPr>
          <p:cNvSpPr/>
          <p:nvPr/>
        </p:nvSpPr>
        <p:spPr>
          <a:xfrm rot="5400000">
            <a:off x="20472905" y="-4938832"/>
            <a:ext cx="6374724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8BA93FDD-68B9-0FD0-3A01-9A4CE3695ECC}"/>
              </a:ext>
            </a:extLst>
          </p:cNvPr>
          <p:cNvSpPr/>
          <p:nvPr/>
        </p:nvSpPr>
        <p:spPr>
          <a:xfrm>
            <a:off x="5234667" y="3079071"/>
            <a:ext cx="9029656" cy="14791972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7873EF1C-1F14-867E-4597-ECCD11417B82}"/>
              </a:ext>
            </a:extLst>
          </p:cNvPr>
          <p:cNvSpPr/>
          <p:nvPr/>
        </p:nvSpPr>
        <p:spPr>
          <a:xfrm>
            <a:off x="5830741" y="14233448"/>
            <a:ext cx="7920000" cy="2866926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80% for training and 20% for testing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9517B6A8-335A-464B-36AC-E3B69F5C7CFF}"/>
              </a:ext>
            </a:extLst>
          </p:cNvPr>
          <p:cNvSpPr/>
          <p:nvPr/>
        </p:nvSpPr>
        <p:spPr>
          <a:xfrm>
            <a:off x="5921940" y="6138321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dataset with real artifacts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7B8BF7E2-6A81-4961-FC62-68F2692D93FD}"/>
              </a:ext>
            </a:extLst>
          </p:cNvPr>
          <p:cNvSpPr/>
          <p:nvPr/>
        </p:nvSpPr>
        <p:spPr>
          <a:xfrm>
            <a:off x="5826629" y="8932200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synthetic EEG signals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A4770AAF-CAD2-78FB-7AC0-C0C67330E469}"/>
              </a:ext>
            </a:extLst>
          </p:cNvPr>
          <p:cNvSpPr/>
          <p:nvPr/>
        </p:nvSpPr>
        <p:spPr>
          <a:xfrm>
            <a:off x="5827295" y="11726080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notch f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ilter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C5F01B15-E9CF-FD44-5DBA-2B6985EC69EF}"/>
              </a:ext>
            </a:extLst>
          </p:cNvPr>
          <p:cNvSpPr/>
          <p:nvPr/>
        </p:nvSpPr>
        <p:spPr>
          <a:xfrm>
            <a:off x="15022821" y="12571771"/>
            <a:ext cx="7324507" cy="4610547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770E5CE0-F7D3-67FD-70E8-7786995A2B01}"/>
              </a:ext>
            </a:extLst>
          </p:cNvPr>
          <p:cNvSpPr/>
          <p:nvPr/>
        </p:nvSpPr>
        <p:spPr>
          <a:xfrm>
            <a:off x="5831410" y="3632442"/>
            <a:ext cx="7920000" cy="1800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2F3A78E1-4C46-9D50-3E18-D90955524035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ED6AFFF0-AF57-81B3-B130-7CB6B97E07D4}"/>
              </a:ext>
            </a:extLst>
          </p:cNvPr>
          <p:cNvSpPr/>
          <p:nvPr/>
        </p:nvSpPr>
        <p:spPr>
          <a:xfrm>
            <a:off x="4723878" y="2624032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EA34B733-DD68-5CDE-A205-EE19D625DC5E}"/>
              </a:ext>
            </a:extLst>
          </p:cNvPr>
          <p:cNvSpPr/>
          <p:nvPr/>
        </p:nvSpPr>
        <p:spPr>
          <a:xfrm>
            <a:off x="34129418" y="2624032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4EC4199-2C52-75B6-0857-F6FEF2B94860}"/>
                  </a:ext>
                </a:extLst>
              </p:cNvPr>
              <p:cNvSpPr txBox="1"/>
              <p:nvPr/>
            </p:nvSpPr>
            <p:spPr>
              <a:xfrm>
                <a:off x="14951597" y="5868676"/>
                <a:ext cx="18588385" cy="302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d>
                      <m:r>
                        <a:rPr lang="en-US" sz="6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𝒆𝒙𝒑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f>
                                    <m:f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𝝅𝝎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num>
                                    <m:den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4EC4199-2C52-75B6-0857-F6FEF2B9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1597" y="5868676"/>
                <a:ext cx="18588385" cy="3026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4B8297FB-87B6-CF30-1293-7EB3336A64C9}"/>
              </a:ext>
            </a:extLst>
          </p:cNvPr>
          <p:cNvSpPr/>
          <p:nvPr/>
        </p:nvSpPr>
        <p:spPr>
          <a:xfrm>
            <a:off x="14700927" y="3613631"/>
            <a:ext cx="7122555" cy="1800000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B4EE262D-50D3-AA97-1923-BA05F85C18D1}"/>
              </a:ext>
            </a:extLst>
          </p:cNvPr>
          <p:cNvSpPr/>
          <p:nvPr/>
        </p:nvSpPr>
        <p:spPr>
          <a:xfrm>
            <a:off x="22061803" y="3632442"/>
            <a:ext cx="11986592" cy="1800000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Short-Time Fourier Transform (STFT) and Extract Magnitude</a:t>
            </a: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E9DBD4B4-5398-88FD-F19D-0C032035F132}"/>
              </a:ext>
            </a:extLst>
          </p:cNvPr>
          <p:cNvSpPr/>
          <p:nvPr/>
        </p:nvSpPr>
        <p:spPr>
          <a:xfrm>
            <a:off x="23660267" y="12571772"/>
            <a:ext cx="10593230" cy="4528602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deep learning model with domain adaptation using accuracy, precision, recall, and F1-Score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314F3D91-9C48-0066-DF9D-75B577F52C96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</a:t>
            </a:r>
            <a:r>
              <a:rPr lang="es-MX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40B0D8DB-3350-B81D-4A83-7F82526F47A8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Tool for Real-Time Visualization of Artifacts in Multichannel EEG Signals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E1332D22-627A-719B-FE5A-2E2C0B23CD6B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471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6922-BB53-47DE-D9BD-07CAF0C8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E1CF542F-4C65-C229-BD84-1B9419CC255A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F0964D29-C8AD-A28F-3D71-D4C06D150640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76A78566-7C07-77C4-21E5-941F62B64278}"/>
              </a:ext>
            </a:extLst>
          </p:cNvPr>
          <p:cNvSpPr/>
          <p:nvPr/>
        </p:nvSpPr>
        <p:spPr>
          <a:xfrm rot="5400000">
            <a:off x="20472905" y="-4938832"/>
            <a:ext cx="6374724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D2FA977E-BC67-2F38-EC72-E22344AD0A2C}"/>
              </a:ext>
            </a:extLst>
          </p:cNvPr>
          <p:cNvSpPr/>
          <p:nvPr/>
        </p:nvSpPr>
        <p:spPr>
          <a:xfrm>
            <a:off x="5234667" y="3079071"/>
            <a:ext cx="9029656" cy="14791972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AB64F1CF-44D0-7D4A-5820-EC25E2A4D6E7}"/>
              </a:ext>
            </a:extLst>
          </p:cNvPr>
          <p:cNvSpPr/>
          <p:nvPr/>
        </p:nvSpPr>
        <p:spPr>
          <a:xfrm>
            <a:off x="5830741" y="14233448"/>
            <a:ext cx="7920000" cy="2866926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80% for training and 20% for testing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75AECF18-DF53-40B4-48F9-1522CE679BEF}"/>
              </a:ext>
            </a:extLst>
          </p:cNvPr>
          <p:cNvSpPr/>
          <p:nvPr/>
        </p:nvSpPr>
        <p:spPr>
          <a:xfrm>
            <a:off x="5921940" y="6138321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dataset with real artifacts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DF9BA655-95BF-0AC3-FDDA-E71C419439A8}"/>
              </a:ext>
            </a:extLst>
          </p:cNvPr>
          <p:cNvSpPr/>
          <p:nvPr/>
        </p:nvSpPr>
        <p:spPr>
          <a:xfrm>
            <a:off x="5826629" y="8932200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of synthetic EEG signals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1C4CC24B-C886-A764-BA96-9BA03FBB1CEF}"/>
              </a:ext>
            </a:extLst>
          </p:cNvPr>
          <p:cNvSpPr/>
          <p:nvPr/>
        </p:nvSpPr>
        <p:spPr>
          <a:xfrm>
            <a:off x="5827295" y="11726080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notch f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ilter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23BFF5A5-0791-32DC-CEEB-17316A521CD1}"/>
              </a:ext>
            </a:extLst>
          </p:cNvPr>
          <p:cNvSpPr/>
          <p:nvPr/>
        </p:nvSpPr>
        <p:spPr>
          <a:xfrm>
            <a:off x="15022821" y="12571771"/>
            <a:ext cx="7324507" cy="4610547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deep learning model with domain adaptation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122A38D3-B6DD-96B5-FD2B-C593E98D6C7D}"/>
              </a:ext>
            </a:extLst>
          </p:cNvPr>
          <p:cNvSpPr/>
          <p:nvPr/>
        </p:nvSpPr>
        <p:spPr>
          <a:xfrm>
            <a:off x="5831410" y="3632442"/>
            <a:ext cx="7920000" cy="1800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50AD796D-C670-3BEC-98AA-655D4562EF9E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4F4CDCB0-CC3A-2691-8DEE-864A94F2EBDE}"/>
              </a:ext>
            </a:extLst>
          </p:cNvPr>
          <p:cNvSpPr/>
          <p:nvPr/>
        </p:nvSpPr>
        <p:spPr>
          <a:xfrm>
            <a:off x="4723878" y="2624032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B305707-62E0-3E93-388B-F9631F7CFCAB}"/>
              </a:ext>
            </a:extLst>
          </p:cNvPr>
          <p:cNvSpPr/>
          <p:nvPr/>
        </p:nvSpPr>
        <p:spPr>
          <a:xfrm>
            <a:off x="34129418" y="2624032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E8E01B36-3164-BBBC-62C3-DFE4CD86A714}"/>
                  </a:ext>
                </a:extLst>
              </p:cNvPr>
              <p:cNvSpPr txBox="1"/>
              <p:nvPr/>
            </p:nvSpPr>
            <p:spPr>
              <a:xfrm>
                <a:off x="14951597" y="5868676"/>
                <a:ext cx="18588385" cy="302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d>
                      <m:r>
                        <a:rPr lang="en-US" sz="6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𝒆𝒙𝒑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f>
                                    <m:f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𝝅𝝎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num>
                                    <m:den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B4EC4199-2C52-75B6-0857-F6FEF2B94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1597" y="5868676"/>
                <a:ext cx="18588385" cy="3026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5E95AFC9-57FF-208E-418F-0C75017744CE}"/>
              </a:ext>
            </a:extLst>
          </p:cNvPr>
          <p:cNvSpPr/>
          <p:nvPr/>
        </p:nvSpPr>
        <p:spPr>
          <a:xfrm>
            <a:off x="14700927" y="3613631"/>
            <a:ext cx="7122555" cy="1800000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57C7417C-0252-5738-554F-943963EF5910}"/>
              </a:ext>
            </a:extLst>
          </p:cNvPr>
          <p:cNvSpPr/>
          <p:nvPr/>
        </p:nvSpPr>
        <p:spPr>
          <a:xfrm>
            <a:off x="22061803" y="3632442"/>
            <a:ext cx="11986592" cy="1800000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Short-Time Fourier Transform (STFT) and Extract Magnitude</a:t>
            </a: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0B70CB41-4F8D-E859-F41B-B83F842D2A0E}"/>
              </a:ext>
            </a:extLst>
          </p:cNvPr>
          <p:cNvSpPr/>
          <p:nvPr/>
        </p:nvSpPr>
        <p:spPr>
          <a:xfrm>
            <a:off x="23660267" y="12571772"/>
            <a:ext cx="10593230" cy="4528602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deep learning model with domain adaptation using accuracy, precision, recall, and F1-Score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3D3E9401-D7B8-7D05-EA62-A33D4595F658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</a:t>
            </a:r>
            <a:r>
              <a:rPr lang="es-MX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1FE31E49-90C6-0F46-B8F0-CF86D409A640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Tool for Real-Time Visualization of Artifacts in Multichannel EEG Signals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B5F07E97-766E-66B9-3F6E-E388372D5518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134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8A357-5924-834E-A797-423260F8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D8C231C8-1AA2-0A7C-7461-E2AA66950D56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4340CE6A-02C2-DF24-6888-45E5119D18A7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BC3082CC-0DB9-70F2-2DD4-7EE652064737}"/>
              </a:ext>
            </a:extLst>
          </p:cNvPr>
          <p:cNvSpPr/>
          <p:nvPr/>
        </p:nvSpPr>
        <p:spPr>
          <a:xfrm rot="5400000">
            <a:off x="19684481" y="-5727256"/>
            <a:ext cx="7951573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AC778E6-ED7E-9A71-DE46-260CFA354CFB}"/>
              </a:ext>
            </a:extLst>
          </p:cNvPr>
          <p:cNvSpPr/>
          <p:nvPr/>
        </p:nvSpPr>
        <p:spPr>
          <a:xfrm>
            <a:off x="5234667" y="1502229"/>
            <a:ext cx="9029656" cy="1636881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DF624540-D752-CE3E-E2D9-DBE8D697DE7C}"/>
              </a:ext>
            </a:extLst>
          </p:cNvPr>
          <p:cNvSpPr/>
          <p:nvPr/>
        </p:nvSpPr>
        <p:spPr>
          <a:xfrm>
            <a:off x="5789495" y="10914777"/>
            <a:ext cx="7920000" cy="421626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Divida el conjunto de datos en un 80 % para entrenamiento y un 20 % para pruebas</a:t>
            </a: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2B2CAF7F-FB41-E45C-142C-2EED69A11A6D}"/>
              </a:ext>
            </a:extLst>
          </p:cNvPr>
          <p:cNvSpPr/>
          <p:nvPr/>
        </p:nvSpPr>
        <p:spPr>
          <a:xfrm>
            <a:off x="5789495" y="4833088"/>
            <a:ext cx="7920000" cy="281269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EEG con artefactos reales</a:t>
            </a: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96594558-F322-CC21-13D8-F2EBB9345B85}"/>
              </a:ext>
            </a:extLst>
          </p:cNvPr>
          <p:cNvSpPr/>
          <p:nvPr/>
        </p:nvSpPr>
        <p:spPr>
          <a:xfrm>
            <a:off x="5789495" y="8244367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señales EEG sintéticas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6A5594E3-27E1-72D3-6D52-10A2EAA2A1A2}"/>
              </a:ext>
            </a:extLst>
          </p:cNvPr>
          <p:cNvSpPr/>
          <p:nvPr/>
        </p:nvSpPr>
        <p:spPr>
          <a:xfrm>
            <a:off x="5789495" y="15758925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Alinear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DA109D6A-870A-B5AC-1A42-8D05161BA8D1}"/>
              </a:ext>
            </a:extLst>
          </p:cNvPr>
          <p:cNvSpPr/>
          <p:nvPr/>
        </p:nvSpPr>
        <p:spPr>
          <a:xfrm>
            <a:off x="15022821" y="12571770"/>
            <a:ext cx="7324507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modelo de aprendizaje profundo con adaptación de dominio</a:t>
            </a: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02553660-5185-1EED-E474-35F098CC6924}"/>
              </a:ext>
            </a:extLst>
          </p:cNvPr>
          <p:cNvSpPr/>
          <p:nvPr/>
        </p:nvSpPr>
        <p:spPr>
          <a:xfrm>
            <a:off x="5789495" y="1876855"/>
            <a:ext cx="7920000" cy="235764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Preparación del conjunto de datos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6AA7C215-42CB-A995-E94E-AA6D4A6E2DDC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93AD2590-D8DD-BBD7-F755-07BD17C31873}"/>
              </a:ext>
            </a:extLst>
          </p:cNvPr>
          <p:cNvSpPr/>
          <p:nvPr/>
        </p:nvSpPr>
        <p:spPr>
          <a:xfrm>
            <a:off x="4723878" y="1121806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1FA13588-6E68-96F9-1404-91CF4BE87D15}"/>
              </a:ext>
            </a:extLst>
          </p:cNvPr>
          <p:cNvSpPr/>
          <p:nvPr/>
        </p:nvSpPr>
        <p:spPr>
          <a:xfrm>
            <a:off x="34129418" y="1121806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97B81EAF-F9B6-974A-E9A6-0EBA61640762}"/>
                  </a:ext>
                </a:extLst>
              </p:cNvPr>
              <p:cNvSpPr txBox="1"/>
              <p:nvPr/>
            </p:nvSpPr>
            <p:spPr>
              <a:xfrm>
                <a:off x="15183484" y="4646438"/>
                <a:ext cx="18588385" cy="302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d>
                      <m:r>
                        <a:rPr lang="en-US" sz="6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𝒆𝒙𝒑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f>
                                    <m:f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𝝅𝝎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num>
                                    <m:den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97B81EAF-F9B6-974A-E9A6-0EBA6164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484" y="4646438"/>
                <a:ext cx="18588385" cy="3026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E0A425AD-4EBF-E8DE-F3FA-056EDA8A130B}"/>
              </a:ext>
            </a:extLst>
          </p:cNvPr>
          <p:cNvSpPr/>
          <p:nvPr/>
        </p:nvSpPr>
        <p:spPr>
          <a:xfrm>
            <a:off x="14700927" y="1934284"/>
            <a:ext cx="7122555" cy="2662923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</a:t>
            </a:r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91607F5E-50C1-D568-F4D1-6CFAFD3CDAD6}"/>
              </a:ext>
            </a:extLst>
          </p:cNvPr>
          <p:cNvSpPr/>
          <p:nvPr/>
        </p:nvSpPr>
        <p:spPr>
          <a:xfrm>
            <a:off x="22061803" y="1934283"/>
            <a:ext cx="11986592" cy="2681734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 la Transformada de Fourier de Tiempo Corto (STFT) y extraer la magnitud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34632E7C-C6D5-8B72-B254-08BB9FC1EF34}"/>
              </a:ext>
            </a:extLst>
          </p:cNvPr>
          <p:cNvSpPr/>
          <p:nvPr/>
        </p:nvSpPr>
        <p:spPr>
          <a:xfrm>
            <a:off x="23660267" y="12571771"/>
            <a:ext cx="10593230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modelo de aprendizaje profundo con adaptación de dominio utilizando exactitud, precisión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recall, and F1-Score, RMSE, CC, MAE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90BC1281-536B-C927-CBBD-F60BF8084A69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 de entrenamiento y validación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A1DBEC8E-0A0D-84A3-9E31-476A2C669808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una herramienta para la visualización en tiempo real de artefactos en señales EEG multicanal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8697ED2F-9E82-30C9-FD2E-92B735DFF555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Rectangle: Rounded Corners 7">
            <a:extLst>
              <a:ext uri="{FF2B5EF4-FFF2-40B4-BE49-F238E27FC236}">
                <a16:creationId xmlns:a16="http://schemas.microsoft.com/office/drawing/2014/main" id="{B58DFD1C-5219-3E3C-A312-D16359F1804C}"/>
              </a:ext>
            </a:extLst>
          </p:cNvPr>
          <p:cNvSpPr/>
          <p:nvPr/>
        </p:nvSpPr>
        <p:spPr>
          <a:xfrm>
            <a:off x="14700927" y="7825844"/>
            <a:ext cx="19347468" cy="1317145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magnitude de la STFT</a:t>
            </a:r>
          </a:p>
        </p:txBody>
      </p:sp>
    </p:spTree>
    <p:extLst>
      <p:ext uri="{BB962C8B-B14F-4D97-AF65-F5344CB8AC3E}">
        <p14:creationId xmlns:p14="http://schemas.microsoft.com/office/powerpoint/2010/main" val="132554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3070-F2CB-0A15-BEEC-28E04B65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56B53297-BC80-8FE8-319E-ACDB28D89F18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0B7CDEED-B11D-CFD8-8948-1CCE7C654271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B290A085-85B2-EDAD-E1B6-EC053990C5C6}"/>
              </a:ext>
            </a:extLst>
          </p:cNvPr>
          <p:cNvSpPr/>
          <p:nvPr/>
        </p:nvSpPr>
        <p:spPr>
          <a:xfrm rot="5400000">
            <a:off x="19684481" y="-5727256"/>
            <a:ext cx="7951573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001F37CE-1A25-DF1B-6B39-ED362E717716}"/>
              </a:ext>
            </a:extLst>
          </p:cNvPr>
          <p:cNvSpPr/>
          <p:nvPr/>
        </p:nvSpPr>
        <p:spPr>
          <a:xfrm>
            <a:off x="5234667" y="1502229"/>
            <a:ext cx="9029656" cy="1636881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CA225308-3506-7D49-7A91-D926859F60D3}"/>
              </a:ext>
            </a:extLst>
          </p:cNvPr>
          <p:cNvSpPr/>
          <p:nvPr/>
        </p:nvSpPr>
        <p:spPr>
          <a:xfrm>
            <a:off x="5789495" y="10914777"/>
            <a:ext cx="7920000" cy="421626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Divida el conjunto de datos en un 80 % para entrenamiento y un 20% para pruebas</a:t>
            </a: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50A9A27D-82C9-0E70-6EA6-8550BF723895}"/>
              </a:ext>
            </a:extLst>
          </p:cNvPr>
          <p:cNvSpPr/>
          <p:nvPr/>
        </p:nvSpPr>
        <p:spPr>
          <a:xfrm>
            <a:off x="5789495" y="4833088"/>
            <a:ext cx="7920000" cy="281269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EEG con artefactos reales</a:t>
            </a: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CAD2E2EB-3448-18C9-873E-6BA9749EBE42}"/>
              </a:ext>
            </a:extLst>
          </p:cNvPr>
          <p:cNvSpPr/>
          <p:nvPr/>
        </p:nvSpPr>
        <p:spPr>
          <a:xfrm>
            <a:off x="5789495" y="8244367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señales EEG sintéticas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9CE436D-2A88-FA66-9165-A7CF6F0F5E94}"/>
              </a:ext>
            </a:extLst>
          </p:cNvPr>
          <p:cNvSpPr/>
          <p:nvPr/>
        </p:nvSpPr>
        <p:spPr>
          <a:xfrm>
            <a:off x="5789495" y="15758925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Alinear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BFAE7787-2A7B-75F2-1AC6-761D5E4EF30D}"/>
              </a:ext>
            </a:extLst>
          </p:cNvPr>
          <p:cNvSpPr/>
          <p:nvPr/>
        </p:nvSpPr>
        <p:spPr>
          <a:xfrm>
            <a:off x="15022821" y="12571770"/>
            <a:ext cx="7324507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modelo de aprendizaje profundo con adaptación de dominio</a:t>
            </a: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4A2DCB0F-0D0A-470C-AD31-69251CD3F0C0}"/>
              </a:ext>
            </a:extLst>
          </p:cNvPr>
          <p:cNvSpPr/>
          <p:nvPr/>
        </p:nvSpPr>
        <p:spPr>
          <a:xfrm>
            <a:off x="5789495" y="1876855"/>
            <a:ext cx="7920000" cy="235764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Preparación del conjunto de datos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A57A4E1-F098-DFD4-51E2-9A891B2C0A3D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D0976618-A2CC-B017-8FD4-2345E4D624E4}"/>
              </a:ext>
            </a:extLst>
          </p:cNvPr>
          <p:cNvSpPr/>
          <p:nvPr/>
        </p:nvSpPr>
        <p:spPr>
          <a:xfrm>
            <a:off x="4723878" y="1121806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AC22E0DA-54D4-9D3F-BB31-9B88C5DA191C}"/>
              </a:ext>
            </a:extLst>
          </p:cNvPr>
          <p:cNvSpPr/>
          <p:nvPr/>
        </p:nvSpPr>
        <p:spPr>
          <a:xfrm>
            <a:off x="34129418" y="1121806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40EC6DC1-3BBB-9DA4-DA7C-36DCABBFAABF}"/>
                  </a:ext>
                </a:extLst>
              </p:cNvPr>
              <p:cNvSpPr txBox="1"/>
              <p:nvPr/>
            </p:nvSpPr>
            <p:spPr>
              <a:xfrm>
                <a:off x="15183484" y="4646438"/>
                <a:ext cx="18588385" cy="302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sz="6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d>
                      <m:r>
                        <a:rPr lang="en-US" sz="6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sz="60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6000" b="1" i="1">
                                  <a:latin typeface="Cambria Math" panose="02040503050406030204" pitchFamily="18" charset="0"/>
                                </a:rPr>
                                <m:t>𝒆𝒙𝒑</m:t>
                              </m:r>
                              <m:d>
                                <m:dPr>
                                  <m:ctrlP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60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f>
                                    <m:fPr>
                                      <m:ctrlP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𝝅𝝎</m:t>
                                      </m:r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num>
                                    <m:den>
                                      <m:r>
                                        <a:rPr lang="en-US" sz="6000" b="1" i="1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97B81EAF-F9B6-974A-E9A6-0EBA6164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484" y="4646438"/>
                <a:ext cx="18588385" cy="3026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1E6B4BE2-B889-CD23-DF19-830BC935D08C}"/>
              </a:ext>
            </a:extLst>
          </p:cNvPr>
          <p:cNvSpPr/>
          <p:nvPr/>
        </p:nvSpPr>
        <p:spPr>
          <a:xfrm>
            <a:off x="14700927" y="1934284"/>
            <a:ext cx="7122555" cy="2662923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</a:t>
            </a:r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FD28F20E-FA73-CBCA-2D27-7BF46FC57A96}"/>
              </a:ext>
            </a:extLst>
          </p:cNvPr>
          <p:cNvSpPr/>
          <p:nvPr/>
        </p:nvSpPr>
        <p:spPr>
          <a:xfrm>
            <a:off x="22061803" y="1934283"/>
            <a:ext cx="11986592" cy="2681734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 la Transformada de Fourier de Tiempo Corto (STFT) y extraer la magnitud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BAA2260E-14C6-8C2D-276C-D11DC05086E2}"/>
              </a:ext>
            </a:extLst>
          </p:cNvPr>
          <p:cNvSpPr/>
          <p:nvPr/>
        </p:nvSpPr>
        <p:spPr>
          <a:xfrm>
            <a:off x="23660267" y="12571771"/>
            <a:ext cx="10593230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modelo de aprendizaje profundo con adaptación de dominio utilizando exactitud, precisión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recall, y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Puntaje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F1; RMSE, CC y MAE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439D1DEE-D3C6-5D95-2FE7-937ABEFC965C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 de entrenamiento y validación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5636F332-2509-BD92-99CC-422D4B41D02A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una herramienta para la visualización en tiempo real de artefactos en señales EEG multicanal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D0E84FA1-B073-4F53-0237-144A9E549ABB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Rectangle: Rounded Corners 7">
            <a:extLst>
              <a:ext uri="{FF2B5EF4-FFF2-40B4-BE49-F238E27FC236}">
                <a16:creationId xmlns:a16="http://schemas.microsoft.com/office/drawing/2014/main" id="{4C3ACD21-02DE-CAE3-DB1D-4C8079DA0F55}"/>
              </a:ext>
            </a:extLst>
          </p:cNvPr>
          <p:cNvSpPr/>
          <p:nvPr/>
        </p:nvSpPr>
        <p:spPr>
          <a:xfrm>
            <a:off x="14700927" y="7825844"/>
            <a:ext cx="19347468" cy="1317145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STFT</a:t>
            </a:r>
          </a:p>
        </p:txBody>
      </p:sp>
    </p:spTree>
    <p:extLst>
      <p:ext uri="{BB962C8B-B14F-4D97-AF65-F5344CB8AC3E}">
        <p14:creationId xmlns:p14="http://schemas.microsoft.com/office/powerpoint/2010/main" val="126048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FA6E-1505-5E5E-0A7A-45F33D4E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AD66488E-FDE8-0008-11D9-D32C3783F4C7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7EFC7082-1B6B-51EC-DC29-B8A47D5933DA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42CC3DDB-CC50-ED68-257C-F44AA8D2E885}"/>
              </a:ext>
            </a:extLst>
          </p:cNvPr>
          <p:cNvSpPr/>
          <p:nvPr/>
        </p:nvSpPr>
        <p:spPr>
          <a:xfrm rot="5400000">
            <a:off x="19684481" y="-5727256"/>
            <a:ext cx="7951573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34BC526C-745C-B8BB-4B27-B53DD31DF20A}"/>
              </a:ext>
            </a:extLst>
          </p:cNvPr>
          <p:cNvSpPr/>
          <p:nvPr/>
        </p:nvSpPr>
        <p:spPr>
          <a:xfrm>
            <a:off x="5234667" y="1502229"/>
            <a:ext cx="9029656" cy="1636881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1BFF6B35-FE95-6360-DD9E-E39C479CBDD2}"/>
              </a:ext>
            </a:extLst>
          </p:cNvPr>
          <p:cNvSpPr/>
          <p:nvPr/>
        </p:nvSpPr>
        <p:spPr>
          <a:xfrm>
            <a:off x="5789495" y="10914777"/>
            <a:ext cx="7920000" cy="421626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Divida el conjunto de datos en un 80 % para entrenamiento y un 20% para pruebas</a:t>
            </a: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0E3032E2-19F1-714E-C9F5-5F7315DD638A}"/>
              </a:ext>
            </a:extLst>
          </p:cNvPr>
          <p:cNvSpPr/>
          <p:nvPr/>
        </p:nvSpPr>
        <p:spPr>
          <a:xfrm>
            <a:off x="5789495" y="4833088"/>
            <a:ext cx="7920000" cy="281269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EEG con artefactos reales</a:t>
            </a: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66F617E7-85AB-C7FE-B0A4-8E026BBE02E4}"/>
              </a:ext>
            </a:extLst>
          </p:cNvPr>
          <p:cNvSpPr/>
          <p:nvPr/>
        </p:nvSpPr>
        <p:spPr>
          <a:xfrm>
            <a:off x="5789495" y="8244367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señales EEG sintéticas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601CD19-C103-D58E-63E3-4FB18E6F3761}"/>
              </a:ext>
            </a:extLst>
          </p:cNvPr>
          <p:cNvSpPr/>
          <p:nvPr/>
        </p:nvSpPr>
        <p:spPr>
          <a:xfrm>
            <a:off x="5789495" y="15758925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Alinear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725E22BF-B940-E205-92F2-92D8FF028DB5}"/>
              </a:ext>
            </a:extLst>
          </p:cNvPr>
          <p:cNvSpPr/>
          <p:nvPr/>
        </p:nvSpPr>
        <p:spPr>
          <a:xfrm>
            <a:off x="15022821" y="12571770"/>
            <a:ext cx="7324507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modelo de aprendizaje profundo con adaptación de dominio</a:t>
            </a: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7EBC7813-91CA-F798-B6F0-6C19FB202696}"/>
              </a:ext>
            </a:extLst>
          </p:cNvPr>
          <p:cNvSpPr/>
          <p:nvPr/>
        </p:nvSpPr>
        <p:spPr>
          <a:xfrm>
            <a:off x="5789495" y="1876855"/>
            <a:ext cx="7920000" cy="235764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Preparación del conjunto de datos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A22C5DF7-525F-0BF0-C9C2-166C27547F4F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11936904-4036-2650-0BF9-B42B5EC1C586}"/>
              </a:ext>
            </a:extLst>
          </p:cNvPr>
          <p:cNvSpPr/>
          <p:nvPr/>
        </p:nvSpPr>
        <p:spPr>
          <a:xfrm>
            <a:off x="4723878" y="1121806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680BE7A9-B9E6-62A1-C1F8-4D1E95F0D646}"/>
              </a:ext>
            </a:extLst>
          </p:cNvPr>
          <p:cNvSpPr/>
          <p:nvPr/>
        </p:nvSpPr>
        <p:spPr>
          <a:xfrm>
            <a:off x="34129418" y="1121806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FF5A601A-8B82-9E40-0CD0-233DE09A691F}"/>
              </a:ext>
            </a:extLst>
          </p:cNvPr>
          <p:cNvSpPr/>
          <p:nvPr/>
        </p:nvSpPr>
        <p:spPr>
          <a:xfrm>
            <a:off x="14700927" y="1934285"/>
            <a:ext cx="19552570" cy="103272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3BAAF3D9-0E08-AEDC-4D03-6BC37CBB3D6C}"/>
              </a:ext>
            </a:extLst>
          </p:cNvPr>
          <p:cNvSpPr/>
          <p:nvPr/>
        </p:nvSpPr>
        <p:spPr>
          <a:xfrm>
            <a:off x="14700927" y="4575672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 Transformada de Fourier de Tiempo Corto (STFT) y extraer la magnitud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0282854E-6AA9-5E7D-5AB5-14A585B7A720}"/>
              </a:ext>
            </a:extLst>
          </p:cNvPr>
          <p:cNvSpPr/>
          <p:nvPr/>
        </p:nvSpPr>
        <p:spPr>
          <a:xfrm>
            <a:off x="23660267" y="12571771"/>
            <a:ext cx="10593230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modelo de aprendizaje profundo con adaptación de dominio utilizando exactitud, precisión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recall, y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Puntaje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F1; RMSE, CC y MAE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1A7214C4-A223-35AE-75AF-428D0645DAF7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 de entrenamiento y validación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6C676B5A-F347-F448-C5B1-4CC1E2B6DF3C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una herramienta para la visualización en tiempo real de artefactos en señales EEG multicanal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A21601A4-4F13-5B34-A020-693FC65D7CA8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Rectangle: Rounded Corners 7">
            <a:extLst>
              <a:ext uri="{FF2B5EF4-FFF2-40B4-BE49-F238E27FC236}">
                <a16:creationId xmlns:a16="http://schemas.microsoft.com/office/drawing/2014/main" id="{66762384-0236-75E4-1240-FDDB1E19D56F}"/>
              </a:ext>
            </a:extLst>
          </p:cNvPr>
          <p:cNvSpPr/>
          <p:nvPr/>
        </p:nvSpPr>
        <p:spPr>
          <a:xfrm>
            <a:off x="14700927" y="7923256"/>
            <a:ext cx="19347468" cy="1317145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93824526-459D-55FB-86E4-1062A9E88C3D}"/>
              </a:ext>
            </a:extLst>
          </p:cNvPr>
          <p:cNvSpPr/>
          <p:nvPr/>
        </p:nvSpPr>
        <p:spPr>
          <a:xfrm>
            <a:off x="24783233" y="4575187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EEG en el dominio del tiempo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7">
            <a:extLst>
              <a:ext uri="{FF2B5EF4-FFF2-40B4-BE49-F238E27FC236}">
                <a16:creationId xmlns:a16="http://schemas.microsoft.com/office/drawing/2014/main" id="{739FD129-6688-D142-83B0-BEE89171A0E1}"/>
              </a:ext>
            </a:extLst>
          </p:cNvPr>
          <p:cNvSpPr/>
          <p:nvPr/>
        </p:nvSpPr>
        <p:spPr>
          <a:xfrm>
            <a:off x="14700927" y="3101269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E17B6640-532E-7F1A-D077-80B97C047E9C}"/>
              </a:ext>
            </a:extLst>
          </p:cNvPr>
          <p:cNvSpPr/>
          <p:nvPr/>
        </p:nvSpPr>
        <p:spPr>
          <a:xfrm>
            <a:off x="24783233" y="3090340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62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Conector recto de flecha 147">
            <a:extLst>
              <a:ext uri="{FF2B5EF4-FFF2-40B4-BE49-F238E27FC236}">
                <a16:creationId xmlns:a16="http://schemas.microsoft.com/office/drawing/2014/main" id="{FF866B6F-6AE5-2B35-C3F6-D1A278FBFED2}"/>
              </a:ext>
            </a:extLst>
          </p:cNvPr>
          <p:cNvCxnSpPr>
            <a:cxnSpLocks/>
          </p:cNvCxnSpPr>
          <p:nvPr/>
        </p:nvCxnSpPr>
        <p:spPr>
          <a:xfrm>
            <a:off x="3281081" y="19554115"/>
            <a:ext cx="12491311" cy="0"/>
          </a:xfrm>
          <a:prstGeom prst="straightConnector1">
            <a:avLst/>
          </a:prstGeom>
          <a:ln w="1270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6CF94B5A-A6BA-911D-1F32-1736DE9D4947}"/>
              </a:ext>
            </a:extLst>
          </p:cNvPr>
          <p:cNvCxnSpPr>
            <a:cxnSpLocks/>
          </p:cNvCxnSpPr>
          <p:nvPr/>
        </p:nvCxnSpPr>
        <p:spPr>
          <a:xfrm>
            <a:off x="3281081" y="18106315"/>
            <a:ext cx="19098917" cy="12700"/>
          </a:xfrm>
          <a:prstGeom prst="straightConnector1">
            <a:avLst/>
          </a:prstGeom>
          <a:ln w="1270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de flecha 151">
            <a:extLst>
              <a:ext uri="{FF2B5EF4-FFF2-40B4-BE49-F238E27FC236}">
                <a16:creationId xmlns:a16="http://schemas.microsoft.com/office/drawing/2014/main" id="{927FCB09-82B6-D599-79B9-E50BDD3D77FB}"/>
              </a:ext>
            </a:extLst>
          </p:cNvPr>
          <p:cNvCxnSpPr>
            <a:cxnSpLocks/>
          </p:cNvCxnSpPr>
          <p:nvPr/>
        </p:nvCxnSpPr>
        <p:spPr>
          <a:xfrm>
            <a:off x="3281081" y="16658515"/>
            <a:ext cx="25706523" cy="0"/>
          </a:xfrm>
          <a:prstGeom prst="straightConnector1">
            <a:avLst/>
          </a:prstGeom>
          <a:ln w="1270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C1D2FDA1-1D15-3884-44B3-17E077BE83DE}"/>
              </a:ext>
            </a:extLst>
          </p:cNvPr>
          <p:cNvCxnSpPr>
            <a:cxnSpLocks/>
          </p:cNvCxnSpPr>
          <p:nvPr/>
        </p:nvCxnSpPr>
        <p:spPr>
          <a:xfrm>
            <a:off x="3281081" y="15210715"/>
            <a:ext cx="32314129" cy="0"/>
          </a:xfrm>
          <a:prstGeom prst="straightConnector1">
            <a:avLst/>
          </a:prstGeom>
          <a:ln w="1270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6EF8BA1-1109-860B-EED3-FECB9C46517F}"/>
              </a:ext>
            </a:extLst>
          </p:cNvPr>
          <p:cNvSpPr txBox="1"/>
          <p:nvPr/>
        </p:nvSpPr>
        <p:spPr>
          <a:xfrm>
            <a:off x="376520" y="303169"/>
            <a:ext cx="5809130" cy="147732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5492C5-A34F-E9D0-7428-77C18C0D45BB}"/>
              </a:ext>
            </a:extLst>
          </p:cNvPr>
          <p:cNvSpPr txBox="1"/>
          <p:nvPr/>
        </p:nvSpPr>
        <p:spPr>
          <a:xfrm>
            <a:off x="6984124" y="303169"/>
            <a:ext cx="580913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363709-19A8-D649-7CBC-B93D76BCB493}"/>
              </a:ext>
            </a:extLst>
          </p:cNvPr>
          <p:cNvSpPr txBox="1"/>
          <p:nvPr/>
        </p:nvSpPr>
        <p:spPr>
          <a:xfrm>
            <a:off x="13591728" y="303169"/>
            <a:ext cx="5809130" cy="1477328"/>
          </a:xfrm>
          <a:prstGeom prst="rect">
            <a:avLst/>
          </a:prstGeom>
          <a:solidFill>
            <a:srgbClr val="8FAA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EMG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8A0041-92CF-D952-AA8D-B5FD6AFF6A5C}"/>
              </a:ext>
            </a:extLst>
          </p:cNvPr>
          <p:cNvSpPr txBox="1"/>
          <p:nvPr/>
        </p:nvSpPr>
        <p:spPr>
          <a:xfrm>
            <a:off x="33414538" y="303169"/>
            <a:ext cx="580913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ELPP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35EEF4-93E5-43FE-7114-5BE9E4804BAF}"/>
              </a:ext>
            </a:extLst>
          </p:cNvPr>
          <p:cNvSpPr txBox="1"/>
          <p:nvPr/>
        </p:nvSpPr>
        <p:spPr>
          <a:xfrm>
            <a:off x="20199332" y="303169"/>
            <a:ext cx="5809130" cy="1477328"/>
          </a:xfrm>
          <a:prstGeom prst="rect">
            <a:avLst/>
          </a:prstGeom>
          <a:solidFill>
            <a:srgbClr val="7A6BB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CHEW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7880DB-EB0E-3CA0-E4B8-E8A2D3D9EAD9}"/>
              </a:ext>
            </a:extLst>
          </p:cNvPr>
          <p:cNvSpPr txBox="1"/>
          <p:nvPr/>
        </p:nvSpPr>
        <p:spPr>
          <a:xfrm>
            <a:off x="26806936" y="303169"/>
            <a:ext cx="5809130" cy="1477328"/>
          </a:xfrm>
          <a:prstGeom prst="rect">
            <a:avLst/>
          </a:prstGeom>
          <a:solidFill>
            <a:srgbClr val="F07B8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B5D818B-4A35-318C-D7B3-606ED1932CEE}"/>
              </a:ext>
            </a:extLst>
          </p:cNvPr>
          <p:cNvSpPr txBox="1"/>
          <p:nvPr/>
        </p:nvSpPr>
        <p:spPr>
          <a:xfrm>
            <a:off x="11939826" y="3052345"/>
            <a:ext cx="15720535" cy="14773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</a:t>
            </a:r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1 </a:t>
            </a:r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segundo</a:t>
            </a:r>
            <a:endParaRPr lang="en-US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F36A18-9FC1-8EB7-31B9-BA078D25552A}"/>
              </a:ext>
            </a:extLst>
          </p:cNvPr>
          <p:cNvSpPr txBox="1"/>
          <p:nvPr/>
        </p:nvSpPr>
        <p:spPr>
          <a:xfrm>
            <a:off x="11939826" y="5537867"/>
            <a:ext cx="15720535" cy="14773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Resamplear</a:t>
            </a:r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señales</a:t>
            </a:r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512Hz</a:t>
            </a: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0A0BE0F8-80CD-7C5B-2CBF-4AE60F796BE2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10904665" y="-5843084"/>
            <a:ext cx="1271848" cy="16519009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F1C92935-8503-08B6-C8E3-DB814E431FF4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14208467" y="-2539282"/>
            <a:ext cx="1271848" cy="9911405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5B3B1CB2-6CBC-8D01-1C9B-101FEEBFBD3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24119874" y="-2539282"/>
            <a:ext cx="1271848" cy="9911407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CDC3B69-302C-FF03-49ED-E0DC8080054F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5400000">
            <a:off x="27423675" y="-5843083"/>
            <a:ext cx="1271848" cy="16519009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E5BD2CF-109E-4690-E062-8A34578BCC47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9800094" y="4529673"/>
            <a:ext cx="0" cy="1008194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A2739E2-D1FE-16BC-E57D-548348AA7EA6}"/>
              </a:ext>
            </a:extLst>
          </p:cNvPr>
          <p:cNvSpPr txBox="1"/>
          <p:nvPr/>
        </p:nvSpPr>
        <p:spPr>
          <a:xfrm>
            <a:off x="376520" y="11136052"/>
            <a:ext cx="5809130" cy="236988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D0D7C30-08E9-CEF8-5FEC-DA7FEAF72820}"/>
              </a:ext>
            </a:extLst>
          </p:cNvPr>
          <p:cNvSpPr txBox="1"/>
          <p:nvPr/>
        </p:nvSpPr>
        <p:spPr>
          <a:xfrm>
            <a:off x="6984124" y="11136052"/>
            <a:ext cx="5809130" cy="236988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EOG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8F7D434-9B7E-4E86-B946-9F71EC0E09C9}"/>
              </a:ext>
            </a:extLst>
          </p:cNvPr>
          <p:cNvSpPr txBox="1"/>
          <p:nvPr/>
        </p:nvSpPr>
        <p:spPr>
          <a:xfrm>
            <a:off x="13591728" y="11136052"/>
            <a:ext cx="5809130" cy="2369880"/>
          </a:xfrm>
          <a:prstGeom prst="rect">
            <a:avLst/>
          </a:prstGeom>
          <a:solidFill>
            <a:srgbClr val="8FAA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EMG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690E6D3-2B31-5FE0-2C55-A2E89F216668}"/>
              </a:ext>
            </a:extLst>
          </p:cNvPr>
          <p:cNvSpPr txBox="1"/>
          <p:nvPr/>
        </p:nvSpPr>
        <p:spPr>
          <a:xfrm>
            <a:off x="33414538" y="11136052"/>
            <a:ext cx="5809130" cy="2369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ELPP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1248F5D-D1CD-BBAF-9F9E-9B866B130D5C}"/>
              </a:ext>
            </a:extLst>
          </p:cNvPr>
          <p:cNvSpPr txBox="1"/>
          <p:nvPr/>
        </p:nvSpPr>
        <p:spPr>
          <a:xfrm>
            <a:off x="20199332" y="11136052"/>
            <a:ext cx="5809130" cy="2369880"/>
          </a:xfrm>
          <a:prstGeom prst="rect">
            <a:avLst/>
          </a:prstGeom>
          <a:solidFill>
            <a:srgbClr val="7A6BB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CHEW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0E604E2-9390-9780-6E3C-B5B9D579EB21}"/>
              </a:ext>
            </a:extLst>
          </p:cNvPr>
          <p:cNvSpPr txBox="1"/>
          <p:nvPr/>
        </p:nvSpPr>
        <p:spPr>
          <a:xfrm>
            <a:off x="26806936" y="11136052"/>
            <a:ext cx="5809130" cy="2369880"/>
          </a:xfrm>
          <a:prstGeom prst="rect">
            <a:avLst/>
          </a:prstGeom>
          <a:solidFill>
            <a:srgbClr val="F07B8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Segmentos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puros </a:t>
            </a:r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33C7818-DD7D-54D3-9E44-21191730659E}"/>
              </a:ext>
            </a:extLst>
          </p:cNvPr>
          <p:cNvSpPr txBox="1"/>
          <p:nvPr/>
        </p:nvSpPr>
        <p:spPr>
          <a:xfrm>
            <a:off x="11939825" y="8070914"/>
            <a:ext cx="15720535" cy="14773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Estandarizar</a:t>
            </a:r>
            <a:r>
              <a:rPr lang="en-US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señales</a:t>
            </a:r>
            <a:endParaRPr lang="en-US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0B1A01D9-03B9-E48A-EB0B-1D68C9B77B32}"/>
              </a:ext>
            </a:extLst>
          </p:cNvPr>
          <p:cNvCxnSpPr>
            <a:cxnSpLocks/>
            <a:stCxn id="12" idx="2"/>
            <a:endCxn id="39" idx="0"/>
          </p:cNvCxnSpPr>
          <p:nvPr/>
        </p:nvCxnSpPr>
        <p:spPr>
          <a:xfrm flipH="1">
            <a:off x="19800093" y="7015195"/>
            <a:ext cx="1" cy="1055719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A7E0D8B4-731E-C7EB-DABC-8A52BA18C3EF}"/>
              </a:ext>
            </a:extLst>
          </p:cNvPr>
          <p:cNvCxnSpPr>
            <a:stCxn id="39" idx="2"/>
            <a:endCxn id="33" idx="0"/>
          </p:cNvCxnSpPr>
          <p:nvPr/>
        </p:nvCxnSpPr>
        <p:spPr>
          <a:xfrm rot="5400000">
            <a:off x="10746684" y="2082643"/>
            <a:ext cx="1587810" cy="16519008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85340903-AA39-BD7C-2A70-D83C74A4E437}"/>
              </a:ext>
            </a:extLst>
          </p:cNvPr>
          <p:cNvCxnSpPr>
            <a:stCxn id="39" idx="2"/>
            <a:endCxn id="34" idx="0"/>
          </p:cNvCxnSpPr>
          <p:nvPr/>
        </p:nvCxnSpPr>
        <p:spPr>
          <a:xfrm rot="5400000">
            <a:off x="14050486" y="5386445"/>
            <a:ext cx="1587810" cy="9911404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9E18C26E-EFA6-D4E2-06AB-4796CA26EDF5}"/>
              </a:ext>
            </a:extLst>
          </p:cNvPr>
          <p:cNvCxnSpPr>
            <a:stCxn id="39" idx="2"/>
            <a:endCxn id="35" idx="0"/>
          </p:cNvCxnSpPr>
          <p:nvPr/>
        </p:nvCxnSpPr>
        <p:spPr>
          <a:xfrm rot="5400000">
            <a:off x="17354288" y="8690247"/>
            <a:ext cx="1587810" cy="3303800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F97608FB-CD8F-202E-104B-03815BE53874}"/>
              </a:ext>
            </a:extLst>
          </p:cNvPr>
          <p:cNvCxnSpPr>
            <a:stCxn id="39" idx="2"/>
            <a:endCxn id="37" idx="0"/>
          </p:cNvCxnSpPr>
          <p:nvPr/>
        </p:nvCxnSpPr>
        <p:spPr>
          <a:xfrm rot="16200000" flipH="1">
            <a:off x="20658090" y="8690245"/>
            <a:ext cx="1587810" cy="3303804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857B3AAB-62BC-A113-FE44-569D0AA908BF}"/>
              </a:ext>
            </a:extLst>
          </p:cNvPr>
          <p:cNvCxnSpPr>
            <a:stCxn id="39" idx="2"/>
            <a:endCxn id="38" idx="0"/>
          </p:cNvCxnSpPr>
          <p:nvPr/>
        </p:nvCxnSpPr>
        <p:spPr>
          <a:xfrm rot="16200000" flipH="1">
            <a:off x="23961892" y="5386443"/>
            <a:ext cx="1587810" cy="9911408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18BD2C9F-5BED-8580-9360-BC57255D770D}"/>
              </a:ext>
            </a:extLst>
          </p:cNvPr>
          <p:cNvCxnSpPr>
            <a:stCxn id="39" idx="2"/>
            <a:endCxn id="36" idx="0"/>
          </p:cNvCxnSpPr>
          <p:nvPr/>
        </p:nvCxnSpPr>
        <p:spPr>
          <a:xfrm rot="16200000" flipH="1">
            <a:off x="27265693" y="2082642"/>
            <a:ext cx="1587810" cy="16519010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76D1C29-7B06-401E-D594-3D405518D6DD}"/>
              </a:ext>
            </a:extLst>
          </p:cNvPr>
          <p:cNvSpPr txBox="1"/>
          <p:nvPr/>
        </p:nvSpPr>
        <p:spPr>
          <a:xfrm>
            <a:off x="376516" y="22732098"/>
            <a:ext cx="5809130" cy="1982281"/>
          </a:xfrm>
          <a:prstGeom prst="rect">
            <a:avLst/>
          </a:prstGeom>
          <a:solidFill>
            <a:srgbClr val="92D05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(Fuente)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BF35D13-D335-34E3-1454-F6DF5B81CB1F}"/>
              </a:ext>
            </a:extLst>
          </p:cNvPr>
          <p:cNvSpPr txBox="1"/>
          <p:nvPr/>
        </p:nvSpPr>
        <p:spPr>
          <a:xfrm>
            <a:off x="6984124" y="22669814"/>
            <a:ext cx="5809130" cy="1982281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EOG + EEG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9FEF72EF-B2CE-F34F-B17A-B42B6A2FDC99}"/>
              </a:ext>
            </a:extLst>
          </p:cNvPr>
          <p:cNvSpPr txBox="1"/>
          <p:nvPr/>
        </p:nvSpPr>
        <p:spPr>
          <a:xfrm>
            <a:off x="13591734" y="22669814"/>
            <a:ext cx="5809130" cy="1982281"/>
          </a:xfrm>
          <a:prstGeom prst="rect">
            <a:avLst/>
          </a:prstGeom>
          <a:solidFill>
            <a:srgbClr val="8FAADC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EMG + EEG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491B35B1-A369-8037-5851-8B109D5481D0}"/>
              </a:ext>
            </a:extLst>
          </p:cNvPr>
          <p:cNvSpPr txBox="1"/>
          <p:nvPr/>
        </p:nvSpPr>
        <p:spPr>
          <a:xfrm>
            <a:off x="20199338" y="22669814"/>
            <a:ext cx="5809130" cy="1982281"/>
          </a:xfrm>
          <a:prstGeom prst="rect">
            <a:avLst/>
          </a:prstGeom>
          <a:solidFill>
            <a:srgbClr val="7A6BB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CHEW +  EEG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872F0E0-9A53-49D2-CE94-487DD3F6BB32}"/>
              </a:ext>
            </a:extLst>
          </p:cNvPr>
          <p:cNvSpPr txBox="1"/>
          <p:nvPr/>
        </p:nvSpPr>
        <p:spPr>
          <a:xfrm>
            <a:off x="26806942" y="22669814"/>
            <a:ext cx="5809130" cy="1982281"/>
          </a:xfrm>
          <a:prstGeom prst="rect">
            <a:avLst/>
          </a:prstGeom>
          <a:solidFill>
            <a:srgbClr val="F07B8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 + EEG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8DC799F-1DBA-B3E9-00AB-0033B8EB8E0D}"/>
              </a:ext>
            </a:extLst>
          </p:cNvPr>
          <p:cNvSpPr txBox="1"/>
          <p:nvPr/>
        </p:nvSpPr>
        <p:spPr>
          <a:xfrm>
            <a:off x="33414544" y="22732098"/>
            <a:ext cx="5809130" cy="19822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ELPP + EEG</a:t>
            </a:r>
          </a:p>
        </p:txBody>
      </p: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57F614BC-F6CF-96B2-C37B-472836CEC583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5400000">
            <a:off x="20816072" y="764520"/>
            <a:ext cx="1271848" cy="3303803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4CCB7AB6-794F-2707-8163-54DAE2341361}"/>
              </a:ext>
            </a:extLst>
          </p:cNvPr>
          <p:cNvCxnSpPr>
            <a:stCxn id="5" idx="2"/>
            <a:endCxn id="11" idx="0"/>
          </p:cNvCxnSpPr>
          <p:nvPr/>
        </p:nvCxnSpPr>
        <p:spPr>
          <a:xfrm rot="16200000" flipH="1">
            <a:off x="17512269" y="764520"/>
            <a:ext cx="1271848" cy="3303801"/>
          </a:xfrm>
          <a:prstGeom prst="bentConnector3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C6DD467B-3A03-397E-91D8-024E7BDC80A4}"/>
              </a:ext>
            </a:extLst>
          </p:cNvPr>
          <p:cNvCxnSpPr>
            <a:stCxn id="33" idx="2"/>
            <a:endCxn id="66" idx="0"/>
          </p:cNvCxnSpPr>
          <p:nvPr/>
        </p:nvCxnSpPr>
        <p:spPr>
          <a:xfrm flipH="1">
            <a:off x="3281081" y="13505932"/>
            <a:ext cx="4" cy="9226166"/>
          </a:xfrm>
          <a:prstGeom prst="straightConnector1">
            <a:avLst/>
          </a:prstGeom>
          <a:ln w="127000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BC6A79C8-3A2F-34E8-9047-690D569C1FAE}"/>
              </a:ext>
            </a:extLst>
          </p:cNvPr>
          <p:cNvGrpSpPr/>
          <p:nvPr/>
        </p:nvGrpSpPr>
        <p:grpSpPr>
          <a:xfrm>
            <a:off x="9164788" y="20452335"/>
            <a:ext cx="1447800" cy="1447800"/>
            <a:chOff x="9448800" y="18021300"/>
            <a:chExt cx="1447800" cy="1447800"/>
          </a:xfrm>
        </p:grpSpPr>
        <p:sp>
          <p:nvSpPr>
            <p:cNvPr id="101" name="Elipse 100">
              <a:extLst>
                <a:ext uri="{FF2B5EF4-FFF2-40B4-BE49-F238E27FC236}">
                  <a16:creationId xmlns:a16="http://schemas.microsoft.com/office/drawing/2014/main" id="{248996DB-4B69-59FF-BB49-38A2CB9815BB}"/>
                </a:ext>
              </a:extLst>
            </p:cNvPr>
            <p:cNvSpPr/>
            <p:nvPr/>
          </p:nvSpPr>
          <p:spPr>
            <a:xfrm>
              <a:off x="9448800" y="18021300"/>
              <a:ext cx="1447800" cy="14478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70A444E3-C897-13E9-3E55-462183DFA730}"/>
                </a:ext>
              </a:extLst>
            </p:cNvPr>
            <p:cNvCxnSpPr>
              <a:stCxn id="101" idx="2"/>
              <a:endCxn id="101" idx="6"/>
            </p:cNvCxnSpPr>
            <p:nvPr/>
          </p:nvCxnSpPr>
          <p:spPr>
            <a:xfrm>
              <a:off x="9448800" y="18745200"/>
              <a:ext cx="1447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5DB5EB6A-2BA8-A8D8-0C2D-76FB1870A60B}"/>
                </a:ext>
              </a:extLst>
            </p:cNvPr>
            <p:cNvCxnSpPr>
              <a:stCxn id="101" idx="0"/>
              <a:endCxn id="101" idx="4"/>
            </p:cNvCxnSpPr>
            <p:nvPr/>
          </p:nvCxnSpPr>
          <p:spPr>
            <a:xfrm>
              <a:off x="10172700" y="18021300"/>
              <a:ext cx="0" cy="1447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9C5EB321-6536-A7C7-7BE4-E887E8646E34}"/>
              </a:ext>
            </a:extLst>
          </p:cNvPr>
          <p:cNvCxnSpPr>
            <a:stCxn id="34" idx="2"/>
            <a:endCxn id="101" idx="0"/>
          </p:cNvCxnSpPr>
          <p:nvPr/>
        </p:nvCxnSpPr>
        <p:spPr>
          <a:xfrm flipH="1">
            <a:off x="9888688" y="13505932"/>
            <a:ext cx="1" cy="6946403"/>
          </a:xfrm>
          <a:prstGeom prst="straightConnector1">
            <a:avLst/>
          </a:prstGeom>
          <a:ln w="1270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963F1E5D-9F72-E3F6-ED32-C066DD953065}"/>
              </a:ext>
            </a:extLst>
          </p:cNvPr>
          <p:cNvCxnSpPr>
            <a:cxnSpLocks/>
          </p:cNvCxnSpPr>
          <p:nvPr/>
        </p:nvCxnSpPr>
        <p:spPr>
          <a:xfrm>
            <a:off x="3281081" y="21176235"/>
            <a:ext cx="5883707" cy="0"/>
          </a:xfrm>
          <a:prstGeom prst="straightConnector1">
            <a:avLst/>
          </a:prstGeom>
          <a:ln w="1270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3243B318-DB9F-2380-C4BD-64B65DEF4FF1}"/>
              </a:ext>
            </a:extLst>
          </p:cNvPr>
          <p:cNvCxnSpPr>
            <a:stCxn id="101" idx="4"/>
            <a:endCxn id="68" idx="0"/>
          </p:cNvCxnSpPr>
          <p:nvPr/>
        </p:nvCxnSpPr>
        <p:spPr>
          <a:xfrm>
            <a:off x="9888688" y="21900135"/>
            <a:ext cx="1" cy="769679"/>
          </a:xfrm>
          <a:prstGeom prst="straightConnector1">
            <a:avLst/>
          </a:prstGeom>
          <a:ln w="1270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48B268F1-99A3-01E5-D1A3-A9B90C76505A}"/>
              </a:ext>
            </a:extLst>
          </p:cNvPr>
          <p:cNvGrpSpPr/>
          <p:nvPr/>
        </p:nvGrpSpPr>
        <p:grpSpPr>
          <a:xfrm>
            <a:off x="15772392" y="18830215"/>
            <a:ext cx="1447800" cy="1447800"/>
            <a:chOff x="9448800" y="18021300"/>
            <a:chExt cx="1447800" cy="1447800"/>
          </a:xfrm>
        </p:grpSpPr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559DB6C1-B0B3-EB82-8A66-7F4F8D4C0781}"/>
                </a:ext>
              </a:extLst>
            </p:cNvPr>
            <p:cNvSpPr/>
            <p:nvPr/>
          </p:nvSpPr>
          <p:spPr>
            <a:xfrm>
              <a:off x="9448800" y="18021300"/>
              <a:ext cx="1447800" cy="14478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2B3F1282-D547-AAD7-048E-810B92D88504}"/>
                </a:ext>
              </a:extLst>
            </p:cNvPr>
            <p:cNvCxnSpPr>
              <a:stCxn id="116" idx="2"/>
              <a:endCxn id="116" idx="6"/>
            </p:cNvCxnSpPr>
            <p:nvPr/>
          </p:nvCxnSpPr>
          <p:spPr>
            <a:xfrm>
              <a:off x="9448800" y="18745200"/>
              <a:ext cx="1447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7A97F94B-4BED-FD53-7763-F4D9279DB4FE}"/>
                </a:ext>
              </a:extLst>
            </p:cNvPr>
            <p:cNvCxnSpPr>
              <a:stCxn id="116" idx="0"/>
              <a:endCxn id="116" idx="4"/>
            </p:cNvCxnSpPr>
            <p:nvPr/>
          </p:nvCxnSpPr>
          <p:spPr>
            <a:xfrm>
              <a:off x="10172700" y="18021300"/>
              <a:ext cx="0" cy="1447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642DC3A5-D794-D7FE-59D2-E9E73EA36705}"/>
              </a:ext>
            </a:extLst>
          </p:cNvPr>
          <p:cNvGrpSpPr/>
          <p:nvPr/>
        </p:nvGrpSpPr>
        <p:grpSpPr>
          <a:xfrm>
            <a:off x="22379998" y="17382415"/>
            <a:ext cx="1447800" cy="1447800"/>
            <a:chOff x="9448800" y="18021300"/>
            <a:chExt cx="1447800" cy="1447800"/>
          </a:xfrm>
        </p:grpSpPr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679BBB84-8451-9A3D-0562-D11AFDAF4D79}"/>
                </a:ext>
              </a:extLst>
            </p:cNvPr>
            <p:cNvSpPr/>
            <p:nvPr/>
          </p:nvSpPr>
          <p:spPr>
            <a:xfrm>
              <a:off x="9448800" y="18021300"/>
              <a:ext cx="1447800" cy="14478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Conector recto 120">
              <a:extLst>
                <a:ext uri="{FF2B5EF4-FFF2-40B4-BE49-F238E27FC236}">
                  <a16:creationId xmlns:a16="http://schemas.microsoft.com/office/drawing/2014/main" id="{0A5FCC54-0ED9-D2E6-512D-CF74EA734078}"/>
                </a:ext>
              </a:extLst>
            </p:cNvPr>
            <p:cNvCxnSpPr>
              <a:stCxn id="120" idx="2"/>
              <a:endCxn id="120" idx="6"/>
            </p:cNvCxnSpPr>
            <p:nvPr/>
          </p:nvCxnSpPr>
          <p:spPr>
            <a:xfrm>
              <a:off x="9448800" y="18745200"/>
              <a:ext cx="1447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3D78CE44-8326-F6B7-EB20-CCCF727F6755}"/>
                </a:ext>
              </a:extLst>
            </p:cNvPr>
            <p:cNvCxnSpPr>
              <a:stCxn id="120" idx="0"/>
              <a:endCxn id="120" idx="4"/>
            </p:cNvCxnSpPr>
            <p:nvPr/>
          </p:nvCxnSpPr>
          <p:spPr>
            <a:xfrm>
              <a:off x="10172700" y="18021300"/>
              <a:ext cx="0" cy="1447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6C889C83-586B-A0BF-A0A9-D411C9553477}"/>
              </a:ext>
            </a:extLst>
          </p:cNvPr>
          <p:cNvGrpSpPr/>
          <p:nvPr/>
        </p:nvGrpSpPr>
        <p:grpSpPr>
          <a:xfrm>
            <a:off x="28987604" y="15934615"/>
            <a:ext cx="1447800" cy="1447800"/>
            <a:chOff x="9448800" y="18021300"/>
            <a:chExt cx="1447800" cy="1447800"/>
          </a:xfrm>
        </p:grpSpPr>
        <p:sp>
          <p:nvSpPr>
            <p:cNvPr id="124" name="Elipse 123">
              <a:extLst>
                <a:ext uri="{FF2B5EF4-FFF2-40B4-BE49-F238E27FC236}">
                  <a16:creationId xmlns:a16="http://schemas.microsoft.com/office/drawing/2014/main" id="{E98D975A-97FC-F54A-B138-F23AC6A322A8}"/>
                </a:ext>
              </a:extLst>
            </p:cNvPr>
            <p:cNvSpPr/>
            <p:nvPr/>
          </p:nvSpPr>
          <p:spPr>
            <a:xfrm>
              <a:off x="9448800" y="18021300"/>
              <a:ext cx="1447800" cy="14478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0F3653CA-CBAB-37A3-A82C-4A5A13993D06}"/>
                </a:ext>
              </a:extLst>
            </p:cNvPr>
            <p:cNvCxnSpPr>
              <a:stCxn id="124" idx="2"/>
              <a:endCxn id="124" idx="6"/>
            </p:cNvCxnSpPr>
            <p:nvPr/>
          </p:nvCxnSpPr>
          <p:spPr>
            <a:xfrm>
              <a:off x="9448800" y="18745200"/>
              <a:ext cx="1447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EACBF21A-886A-9CA0-A629-8A5261AC0945}"/>
                </a:ext>
              </a:extLst>
            </p:cNvPr>
            <p:cNvCxnSpPr>
              <a:stCxn id="124" idx="0"/>
              <a:endCxn id="124" idx="4"/>
            </p:cNvCxnSpPr>
            <p:nvPr/>
          </p:nvCxnSpPr>
          <p:spPr>
            <a:xfrm>
              <a:off x="10172700" y="18021300"/>
              <a:ext cx="0" cy="1447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8F62F948-2EE0-9A5C-24F7-C1A325832D6F}"/>
              </a:ext>
            </a:extLst>
          </p:cNvPr>
          <p:cNvGrpSpPr/>
          <p:nvPr/>
        </p:nvGrpSpPr>
        <p:grpSpPr>
          <a:xfrm>
            <a:off x="35595210" y="14486815"/>
            <a:ext cx="1447800" cy="1447800"/>
            <a:chOff x="9448800" y="18021300"/>
            <a:chExt cx="1447800" cy="1447800"/>
          </a:xfrm>
        </p:grpSpPr>
        <p:sp>
          <p:nvSpPr>
            <p:cNvPr id="128" name="Elipse 127">
              <a:extLst>
                <a:ext uri="{FF2B5EF4-FFF2-40B4-BE49-F238E27FC236}">
                  <a16:creationId xmlns:a16="http://schemas.microsoft.com/office/drawing/2014/main" id="{2CE6D088-125C-F985-55F7-C3AF9FFB9BD9}"/>
                </a:ext>
              </a:extLst>
            </p:cNvPr>
            <p:cNvSpPr/>
            <p:nvPr/>
          </p:nvSpPr>
          <p:spPr>
            <a:xfrm>
              <a:off x="9448800" y="18021300"/>
              <a:ext cx="1447800" cy="14478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Conector recto 128">
              <a:extLst>
                <a:ext uri="{FF2B5EF4-FFF2-40B4-BE49-F238E27FC236}">
                  <a16:creationId xmlns:a16="http://schemas.microsoft.com/office/drawing/2014/main" id="{CF4A3E0A-9403-B30C-B352-37C347B14383}"/>
                </a:ext>
              </a:extLst>
            </p:cNvPr>
            <p:cNvCxnSpPr>
              <a:stCxn id="128" idx="2"/>
              <a:endCxn id="128" idx="6"/>
            </p:cNvCxnSpPr>
            <p:nvPr/>
          </p:nvCxnSpPr>
          <p:spPr>
            <a:xfrm>
              <a:off x="9448800" y="18745200"/>
              <a:ext cx="1447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129">
              <a:extLst>
                <a:ext uri="{FF2B5EF4-FFF2-40B4-BE49-F238E27FC236}">
                  <a16:creationId xmlns:a16="http://schemas.microsoft.com/office/drawing/2014/main" id="{2DD7C80D-707A-6563-698F-1888CE50FBA9}"/>
                </a:ext>
              </a:extLst>
            </p:cNvPr>
            <p:cNvCxnSpPr>
              <a:stCxn id="128" idx="0"/>
              <a:endCxn id="128" idx="4"/>
            </p:cNvCxnSpPr>
            <p:nvPr/>
          </p:nvCxnSpPr>
          <p:spPr>
            <a:xfrm>
              <a:off x="10172700" y="18021300"/>
              <a:ext cx="0" cy="1447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Conector recto de flecha 131">
            <a:extLst>
              <a:ext uri="{FF2B5EF4-FFF2-40B4-BE49-F238E27FC236}">
                <a16:creationId xmlns:a16="http://schemas.microsoft.com/office/drawing/2014/main" id="{952913FA-4934-0010-674E-0E8F97DA524A}"/>
              </a:ext>
            </a:extLst>
          </p:cNvPr>
          <p:cNvCxnSpPr>
            <a:stCxn id="35" idx="2"/>
            <a:endCxn id="116" idx="0"/>
          </p:cNvCxnSpPr>
          <p:nvPr/>
        </p:nvCxnSpPr>
        <p:spPr>
          <a:xfrm flipH="1">
            <a:off x="16496292" y="13505932"/>
            <a:ext cx="1" cy="5324283"/>
          </a:xfrm>
          <a:prstGeom prst="straightConnector1">
            <a:avLst/>
          </a:prstGeom>
          <a:ln w="127000">
            <a:solidFill>
              <a:srgbClr val="8FAAD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3754C159-470D-FDEC-DD1F-5721AEE45578}"/>
              </a:ext>
            </a:extLst>
          </p:cNvPr>
          <p:cNvCxnSpPr>
            <a:stCxn id="116" idx="4"/>
            <a:endCxn id="69" idx="0"/>
          </p:cNvCxnSpPr>
          <p:nvPr/>
        </p:nvCxnSpPr>
        <p:spPr>
          <a:xfrm>
            <a:off x="16496292" y="20278015"/>
            <a:ext cx="7" cy="2391799"/>
          </a:xfrm>
          <a:prstGeom prst="straightConnector1">
            <a:avLst/>
          </a:prstGeom>
          <a:ln w="127000">
            <a:solidFill>
              <a:srgbClr val="8FAAD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de flecha 135">
            <a:extLst>
              <a:ext uri="{FF2B5EF4-FFF2-40B4-BE49-F238E27FC236}">
                <a16:creationId xmlns:a16="http://schemas.microsoft.com/office/drawing/2014/main" id="{A3654ADC-5848-7E22-DD91-C93CEBDB123D}"/>
              </a:ext>
            </a:extLst>
          </p:cNvPr>
          <p:cNvCxnSpPr>
            <a:stCxn id="37" idx="2"/>
          </p:cNvCxnSpPr>
          <p:nvPr/>
        </p:nvCxnSpPr>
        <p:spPr>
          <a:xfrm flipH="1">
            <a:off x="23103895" y="13505932"/>
            <a:ext cx="2" cy="3766434"/>
          </a:xfrm>
          <a:prstGeom prst="straightConnector1">
            <a:avLst/>
          </a:prstGeom>
          <a:ln w="127000">
            <a:solidFill>
              <a:srgbClr val="7A6B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de flecha 137">
            <a:extLst>
              <a:ext uri="{FF2B5EF4-FFF2-40B4-BE49-F238E27FC236}">
                <a16:creationId xmlns:a16="http://schemas.microsoft.com/office/drawing/2014/main" id="{4ADCE6F8-E7EB-F267-F133-AD2A7B68A70A}"/>
              </a:ext>
            </a:extLst>
          </p:cNvPr>
          <p:cNvCxnSpPr>
            <a:stCxn id="120" idx="4"/>
            <a:endCxn id="70" idx="0"/>
          </p:cNvCxnSpPr>
          <p:nvPr/>
        </p:nvCxnSpPr>
        <p:spPr>
          <a:xfrm>
            <a:off x="23103898" y="18830215"/>
            <a:ext cx="5" cy="3839599"/>
          </a:xfrm>
          <a:prstGeom prst="straightConnector1">
            <a:avLst/>
          </a:prstGeom>
          <a:ln w="127000">
            <a:solidFill>
              <a:srgbClr val="7A6B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de flecha 139">
            <a:extLst>
              <a:ext uri="{FF2B5EF4-FFF2-40B4-BE49-F238E27FC236}">
                <a16:creationId xmlns:a16="http://schemas.microsoft.com/office/drawing/2014/main" id="{6FBCB5C7-2132-55A3-6436-FF608C19EDE8}"/>
              </a:ext>
            </a:extLst>
          </p:cNvPr>
          <p:cNvCxnSpPr>
            <a:stCxn id="38" idx="2"/>
            <a:endCxn id="124" idx="0"/>
          </p:cNvCxnSpPr>
          <p:nvPr/>
        </p:nvCxnSpPr>
        <p:spPr>
          <a:xfrm>
            <a:off x="29711501" y="13505932"/>
            <a:ext cx="3" cy="2428683"/>
          </a:xfrm>
          <a:prstGeom prst="straightConnector1">
            <a:avLst/>
          </a:prstGeom>
          <a:ln w="127000">
            <a:solidFill>
              <a:srgbClr val="F07B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cto de flecha 141">
            <a:extLst>
              <a:ext uri="{FF2B5EF4-FFF2-40B4-BE49-F238E27FC236}">
                <a16:creationId xmlns:a16="http://schemas.microsoft.com/office/drawing/2014/main" id="{3B950D2A-E642-F2A8-ECD7-58708127E518}"/>
              </a:ext>
            </a:extLst>
          </p:cNvPr>
          <p:cNvCxnSpPr>
            <a:stCxn id="124" idx="4"/>
            <a:endCxn id="71" idx="0"/>
          </p:cNvCxnSpPr>
          <p:nvPr/>
        </p:nvCxnSpPr>
        <p:spPr>
          <a:xfrm>
            <a:off x="29711504" y="17382415"/>
            <a:ext cx="3" cy="5287399"/>
          </a:xfrm>
          <a:prstGeom prst="straightConnector1">
            <a:avLst/>
          </a:prstGeom>
          <a:ln w="127000">
            <a:solidFill>
              <a:srgbClr val="F07B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13BF5537-6094-79E7-DE9A-24FA7B05833D}"/>
              </a:ext>
            </a:extLst>
          </p:cNvPr>
          <p:cNvCxnSpPr>
            <a:stCxn id="36" idx="2"/>
            <a:endCxn id="128" idx="0"/>
          </p:cNvCxnSpPr>
          <p:nvPr/>
        </p:nvCxnSpPr>
        <p:spPr>
          <a:xfrm>
            <a:off x="36319103" y="13505932"/>
            <a:ext cx="7" cy="980883"/>
          </a:xfrm>
          <a:prstGeom prst="straightConnector1">
            <a:avLst/>
          </a:prstGeom>
          <a:ln w="127000"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51DCE0F8-FAE1-E2F5-A075-4C7F18FF702A}"/>
              </a:ext>
            </a:extLst>
          </p:cNvPr>
          <p:cNvCxnSpPr>
            <a:stCxn id="128" idx="4"/>
            <a:endCxn id="73" idx="0"/>
          </p:cNvCxnSpPr>
          <p:nvPr/>
        </p:nvCxnSpPr>
        <p:spPr>
          <a:xfrm flipH="1">
            <a:off x="36319109" y="15934615"/>
            <a:ext cx="1" cy="6797483"/>
          </a:xfrm>
          <a:prstGeom prst="straightConnector1">
            <a:avLst/>
          </a:prstGeom>
          <a:ln w="127000"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CuadroTexto 154">
                <a:extLst>
                  <a:ext uri="{FF2B5EF4-FFF2-40B4-BE49-F238E27FC236}">
                    <a16:creationId xmlns:a16="http://schemas.microsoft.com/office/drawing/2014/main" id="{BF2CDF47-5A29-D81E-C15A-956D232439D3}"/>
                  </a:ext>
                </a:extLst>
              </p:cNvPr>
              <p:cNvSpPr txBox="1"/>
              <p:nvPr/>
            </p:nvSpPr>
            <p:spPr>
              <a:xfrm>
                <a:off x="7864889" y="19539351"/>
                <a:ext cx="937949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CuadroTexto 154">
                <a:extLst>
                  <a:ext uri="{FF2B5EF4-FFF2-40B4-BE49-F238E27FC236}">
                    <a16:creationId xmlns:a16="http://schemas.microsoft.com/office/drawing/2014/main" id="{BF2CDF47-5A29-D81E-C15A-956D2324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89" y="19539351"/>
                <a:ext cx="937949" cy="147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CuadroTexto 155">
                <a:extLst>
                  <a:ext uri="{FF2B5EF4-FFF2-40B4-BE49-F238E27FC236}">
                    <a16:creationId xmlns:a16="http://schemas.microsoft.com/office/drawing/2014/main" id="{0AD33521-36B7-9859-6B6C-BCEA256123A9}"/>
                  </a:ext>
                </a:extLst>
              </p:cNvPr>
              <p:cNvSpPr txBox="1"/>
              <p:nvPr/>
            </p:nvSpPr>
            <p:spPr>
              <a:xfrm>
                <a:off x="14375416" y="18056731"/>
                <a:ext cx="937949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CuadroTexto 155">
                <a:extLst>
                  <a:ext uri="{FF2B5EF4-FFF2-40B4-BE49-F238E27FC236}">
                    <a16:creationId xmlns:a16="http://schemas.microsoft.com/office/drawing/2014/main" id="{0AD33521-36B7-9859-6B6C-BCEA25612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5416" y="18056731"/>
                <a:ext cx="937949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7197A7FE-F2C4-14D7-E63F-5D9E9140954E}"/>
                  </a:ext>
                </a:extLst>
              </p:cNvPr>
              <p:cNvSpPr txBox="1"/>
              <p:nvPr/>
            </p:nvSpPr>
            <p:spPr>
              <a:xfrm>
                <a:off x="20973073" y="16643751"/>
                <a:ext cx="937949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7197A7FE-F2C4-14D7-E63F-5D9E91409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073" y="16643751"/>
                <a:ext cx="937949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CuadroTexto 157">
                <a:extLst>
                  <a:ext uri="{FF2B5EF4-FFF2-40B4-BE49-F238E27FC236}">
                    <a16:creationId xmlns:a16="http://schemas.microsoft.com/office/drawing/2014/main" id="{0D96C544-AE8F-682F-E455-FE4ADF9C658B}"/>
                  </a:ext>
                </a:extLst>
              </p:cNvPr>
              <p:cNvSpPr txBox="1"/>
              <p:nvPr/>
            </p:nvSpPr>
            <p:spPr>
              <a:xfrm>
                <a:off x="27590623" y="15166423"/>
                <a:ext cx="937949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8" name="CuadroTexto 157">
                <a:extLst>
                  <a:ext uri="{FF2B5EF4-FFF2-40B4-BE49-F238E27FC236}">
                    <a16:creationId xmlns:a16="http://schemas.microsoft.com/office/drawing/2014/main" id="{0D96C544-AE8F-682F-E455-FE4ADF9C6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0623" y="15166423"/>
                <a:ext cx="937949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CuadroTexto 158">
                <a:extLst>
                  <a:ext uri="{FF2B5EF4-FFF2-40B4-BE49-F238E27FC236}">
                    <a16:creationId xmlns:a16="http://schemas.microsoft.com/office/drawing/2014/main" id="{9837CA4A-4100-2157-4AE9-342815BD9C8A}"/>
                  </a:ext>
                </a:extLst>
              </p:cNvPr>
              <p:cNvSpPr txBox="1"/>
              <p:nvPr/>
            </p:nvSpPr>
            <p:spPr>
              <a:xfrm>
                <a:off x="34413639" y="13619659"/>
                <a:ext cx="937949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9" name="CuadroTexto 158">
                <a:extLst>
                  <a:ext uri="{FF2B5EF4-FFF2-40B4-BE49-F238E27FC236}">
                    <a16:creationId xmlns:a16="http://schemas.microsoft.com/office/drawing/2014/main" id="{9837CA4A-4100-2157-4AE9-342815BD9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3639" y="13619659"/>
                <a:ext cx="937949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CuadroTexto 159">
            <a:extLst>
              <a:ext uri="{FF2B5EF4-FFF2-40B4-BE49-F238E27FC236}">
                <a16:creationId xmlns:a16="http://schemas.microsoft.com/office/drawing/2014/main" id="{AC9F2EB2-990D-D004-9622-BA3FEB6A157F}"/>
              </a:ext>
            </a:extLst>
          </p:cNvPr>
          <p:cNvSpPr txBox="1"/>
          <p:nvPr/>
        </p:nvSpPr>
        <p:spPr>
          <a:xfrm rot="16200000">
            <a:off x="-1554830" y="17894902"/>
            <a:ext cx="6362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semisintéticos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4BAE4F19-7F1A-6FEC-2405-E2AAFE2633FC}"/>
              </a:ext>
            </a:extLst>
          </p:cNvPr>
          <p:cNvSpPr txBox="1"/>
          <p:nvPr/>
        </p:nvSpPr>
        <p:spPr>
          <a:xfrm rot="16200000">
            <a:off x="-1554836" y="5893402"/>
            <a:ext cx="6362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</p:spTree>
    <p:extLst>
      <p:ext uri="{BB962C8B-B14F-4D97-AF65-F5344CB8AC3E}">
        <p14:creationId xmlns:p14="http://schemas.microsoft.com/office/powerpoint/2010/main" val="332520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B6BD4B5E-BF0C-F34A-C3A5-4118F0EC24E7}"/>
              </a:ext>
            </a:extLst>
          </p:cNvPr>
          <p:cNvSpPr/>
          <p:nvPr/>
        </p:nvSpPr>
        <p:spPr>
          <a:xfrm>
            <a:off x="6433457" y="2865139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8AF0116-5B17-542F-6801-04AD4A7726FA}"/>
              </a:ext>
            </a:extLst>
          </p:cNvPr>
          <p:cNvSpPr/>
          <p:nvPr/>
        </p:nvSpPr>
        <p:spPr>
          <a:xfrm>
            <a:off x="6433457" y="6773111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7A68B51-701A-6E55-130A-B4E9F784DC16}"/>
              </a:ext>
            </a:extLst>
          </p:cNvPr>
          <p:cNvSpPr/>
          <p:nvPr/>
        </p:nvSpPr>
        <p:spPr>
          <a:xfrm>
            <a:off x="6433457" y="10681083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252CB7A-27CE-F7DE-95CD-3EDEAE414D93}"/>
              </a:ext>
            </a:extLst>
          </p:cNvPr>
          <p:cNvSpPr/>
          <p:nvPr/>
        </p:nvSpPr>
        <p:spPr>
          <a:xfrm>
            <a:off x="6433457" y="14589055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2C8A23-9FE1-C004-9BC6-70895EE62472}"/>
              </a:ext>
            </a:extLst>
          </p:cNvPr>
          <p:cNvSpPr txBox="1"/>
          <p:nvPr/>
        </p:nvSpPr>
        <p:spPr>
          <a:xfrm rot="16200000">
            <a:off x="-3200396" y="9730182"/>
            <a:ext cx="11854542" cy="1015663"/>
          </a:xfrm>
          <a:prstGeom prst="rect">
            <a:avLst/>
          </a:prstGeom>
          <a:solidFill>
            <a:srgbClr val="F6D3B6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789928F-AE29-A9C3-E6EC-D0257D8DFF56}"/>
              </a:ext>
            </a:extLst>
          </p:cNvPr>
          <p:cNvSpPr/>
          <p:nvPr/>
        </p:nvSpPr>
        <p:spPr>
          <a:xfrm>
            <a:off x="13134131" y="475724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9E04B14-0438-2B1A-55BD-C612DC45B607}"/>
              </a:ext>
            </a:extLst>
          </p:cNvPr>
          <p:cNvSpPr/>
          <p:nvPr/>
        </p:nvSpPr>
        <p:spPr>
          <a:xfrm>
            <a:off x="13134131" y="4383696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2D47C21-1922-71BE-DEB1-D9021BE4063B}"/>
              </a:ext>
            </a:extLst>
          </p:cNvPr>
          <p:cNvSpPr/>
          <p:nvPr/>
        </p:nvSpPr>
        <p:spPr>
          <a:xfrm>
            <a:off x="13134131" y="8291668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575B63-30C7-884B-0574-22D78A39495C}"/>
              </a:ext>
            </a:extLst>
          </p:cNvPr>
          <p:cNvSpPr/>
          <p:nvPr/>
        </p:nvSpPr>
        <p:spPr>
          <a:xfrm>
            <a:off x="13134131" y="12199640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6A355F1-B2FE-8CDF-CE12-74B5DBB83E0F}"/>
              </a:ext>
            </a:extLst>
          </p:cNvPr>
          <p:cNvSpPr/>
          <p:nvPr/>
        </p:nvSpPr>
        <p:spPr>
          <a:xfrm>
            <a:off x="13134131" y="16107612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BCBCEA7-807F-7816-D4E6-7F0FA6FF58E4}"/>
              </a:ext>
            </a:extLst>
          </p:cNvPr>
          <p:cNvSpPr/>
          <p:nvPr/>
        </p:nvSpPr>
        <p:spPr>
          <a:xfrm>
            <a:off x="19834805" y="4294187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F25C9C6-70A0-3E4A-5A31-FE88884C1FFA}"/>
              </a:ext>
            </a:extLst>
          </p:cNvPr>
          <p:cNvSpPr/>
          <p:nvPr/>
        </p:nvSpPr>
        <p:spPr>
          <a:xfrm>
            <a:off x="19834805" y="8202159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A6301BD-4988-ED1C-EB98-2E7DC97A7768}"/>
              </a:ext>
            </a:extLst>
          </p:cNvPr>
          <p:cNvSpPr/>
          <p:nvPr/>
        </p:nvSpPr>
        <p:spPr>
          <a:xfrm>
            <a:off x="19834805" y="12110131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EB42A60-6748-6841-BB09-36B9EBECEEF7}"/>
              </a:ext>
            </a:extLst>
          </p:cNvPr>
          <p:cNvSpPr/>
          <p:nvPr/>
        </p:nvSpPr>
        <p:spPr>
          <a:xfrm>
            <a:off x="26070669" y="6024576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4BA1FA5-DA01-484F-A495-F1B0415C7305}"/>
              </a:ext>
            </a:extLst>
          </p:cNvPr>
          <p:cNvSpPr/>
          <p:nvPr/>
        </p:nvSpPr>
        <p:spPr>
          <a:xfrm>
            <a:off x="26070669" y="9932548"/>
            <a:ext cx="3037114" cy="3037114"/>
          </a:xfrm>
          <a:prstGeom prst="ellipse">
            <a:avLst/>
          </a:prstGeom>
          <a:solidFill>
            <a:srgbClr val="95B8D7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Neurona</a:t>
            </a:r>
          </a:p>
          <a:p>
            <a:pPr algn="ctr"/>
            <a:r>
              <a:rPr lang="es-MX" sz="3600" b="1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72DF587-1196-66DD-CE2B-A69CF8C0B6A8}"/>
              </a:ext>
            </a:extLst>
          </p:cNvPr>
          <p:cNvSpPr txBox="1"/>
          <p:nvPr/>
        </p:nvSpPr>
        <p:spPr>
          <a:xfrm rot="16200000">
            <a:off x="26199044" y="9713627"/>
            <a:ext cx="11854542" cy="1015663"/>
          </a:xfrm>
          <a:prstGeom prst="rect">
            <a:avLst/>
          </a:prstGeom>
          <a:solidFill>
            <a:srgbClr val="F6D3B6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5BDDA83B-D61E-4651-8E14-B6BB99674F20}"/>
              </a:ext>
            </a:extLst>
          </p:cNvPr>
          <p:cNvSpPr/>
          <p:nvPr/>
        </p:nvSpPr>
        <p:spPr>
          <a:xfrm rot="16200000">
            <a:off x="22838052" y="21041254"/>
            <a:ext cx="1783014" cy="3599670"/>
          </a:xfrm>
          <a:prstGeom prst="downArrow">
            <a:avLst/>
          </a:prstGeom>
          <a:solidFill>
            <a:srgbClr val="F6D3B6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E6E52B89-8BED-A743-2CBA-323C389BDEC6}"/>
              </a:ext>
            </a:extLst>
          </p:cNvPr>
          <p:cNvSpPr/>
          <p:nvPr/>
        </p:nvSpPr>
        <p:spPr>
          <a:xfrm rot="5400000" flipH="1">
            <a:off x="9957770" y="19101736"/>
            <a:ext cx="1783014" cy="3599670"/>
          </a:xfrm>
          <a:prstGeom prst="downArrow">
            <a:avLst/>
          </a:prstGeom>
          <a:solidFill>
            <a:srgbClr val="F6D3B6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405B50-D482-2F84-9353-0842459F3E0C}"/>
              </a:ext>
            </a:extLst>
          </p:cNvPr>
          <p:cNvSpPr txBox="1"/>
          <p:nvPr/>
        </p:nvSpPr>
        <p:spPr>
          <a:xfrm>
            <a:off x="13134131" y="20486072"/>
            <a:ext cx="45929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Back-propagation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09B52A9-D1D7-8325-8727-241C2F778BFA}"/>
              </a:ext>
            </a:extLst>
          </p:cNvPr>
          <p:cNvSpPr txBox="1"/>
          <p:nvPr/>
        </p:nvSpPr>
        <p:spPr>
          <a:xfrm>
            <a:off x="17670465" y="22425589"/>
            <a:ext cx="3671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Feed-Forward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5A0F9A5-292A-22E4-F883-B53360DAADF1}"/>
              </a:ext>
            </a:extLst>
          </p:cNvPr>
          <p:cNvCxnSpPr>
            <a:stCxn id="3" idx="6"/>
            <a:endCxn id="8" idx="2"/>
          </p:cNvCxnSpPr>
          <p:nvPr/>
        </p:nvCxnSpPr>
        <p:spPr>
          <a:xfrm flipV="1">
            <a:off x="9470571" y="1994281"/>
            <a:ext cx="3663560" cy="2389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1CEDFDA-625A-148B-9314-156C8839EF0E}"/>
              </a:ext>
            </a:extLst>
          </p:cNvPr>
          <p:cNvCxnSpPr>
            <a:stCxn id="3" idx="6"/>
            <a:endCxn id="9" idx="2"/>
          </p:cNvCxnSpPr>
          <p:nvPr/>
        </p:nvCxnSpPr>
        <p:spPr>
          <a:xfrm>
            <a:off x="9470571" y="4383696"/>
            <a:ext cx="3663560" cy="15185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1E48490-8DDC-024F-4A0E-F192244269C9}"/>
              </a:ext>
            </a:extLst>
          </p:cNvPr>
          <p:cNvCxnSpPr>
            <a:stCxn id="3" idx="6"/>
            <a:endCxn id="11" idx="2"/>
          </p:cNvCxnSpPr>
          <p:nvPr/>
        </p:nvCxnSpPr>
        <p:spPr>
          <a:xfrm>
            <a:off x="9470571" y="4383696"/>
            <a:ext cx="3663560" cy="933450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EA3A951-CB59-BD54-0EA3-CCC95716322B}"/>
              </a:ext>
            </a:extLst>
          </p:cNvPr>
          <p:cNvCxnSpPr>
            <a:stCxn id="3" idx="6"/>
            <a:endCxn id="10" idx="2"/>
          </p:cNvCxnSpPr>
          <p:nvPr/>
        </p:nvCxnSpPr>
        <p:spPr>
          <a:xfrm>
            <a:off x="9470571" y="4383696"/>
            <a:ext cx="3663560" cy="54265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380EB03-600A-7622-5B07-208AE912095F}"/>
              </a:ext>
            </a:extLst>
          </p:cNvPr>
          <p:cNvCxnSpPr>
            <a:stCxn id="3" idx="6"/>
            <a:endCxn id="12" idx="2"/>
          </p:cNvCxnSpPr>
          <p:nvPr/>
        </p:nvCxnSpPr>
        <p:spPr>
          <a:xfrm>
            <a:off x="9470571" y="4383696"/>
            <a:ext cx="3663560" cy="1324247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22218D2-662A-DCBC-50EA-53B3FD55BC87}"/>
              </a:ext>
            </a:extLst>
          </p:cNvPr>
          <p:cNvCxnSpPr>
            <a:stCxn id="4" idx="6"/>
            <a:endCxn id="8" idx="2"/>
          </p:cNvCxnSpPr>
          <p:nvPr/>
        </p:nvCxnSpPr>
        <p:spPr>
          <a:xfrm flipV="1">
            <a:off x="9470571" y="1994281"/>
            <a:ext cx="3663560" cy="629738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4764194-3FEC-1D6E-0CAE-B13B041AE7ED}"/>
              </a:ext>
            </a:extLst>
          </p:cNvPr>
          <p:cNvCxnSpPr>
            <a:stCxn id="4" idx="6"/>
            <a:endCxn id="9" idx="2"/>
          </p:cNvCxnSpPr>
          <p:nvPr/>
        </p:nvCxnSpPr>
        <p:spPr>
          <a:xfrm flipV="1">
            <a:off x="9470571" y="5902253"/>
            <a:ext cx="3663560" cy="2389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DE38B84-BB3C-015F-A17B-9E857D578588}"/>
              </a:ext>
            </a:extLst>
          </p:cNvPr>
          <p:cNvCxnSpPr>
            <a:stCxn id="4" idx="6"/>
            <a:endCxn id="10" idx="2"/>
          </p:cNvCxnSpPr>
          <p:nvPr/>
        </p:nvCxnSpPr>
        <p:spPr>
          <a:xfrm>
            <a:off x="9470571" y="8291668"/>
            <a:ext cx="3663560" cy="15185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77FF646-3621-BB95-DE00-5E395BDC1700}"/>
              </a:ext>
            </a:extLst>
          </p:cNvPr>
          <p:cNvCxnSpPr>
            <a:stCxn id="4" idx="6"/>
            <a:endCxn id="11" idx="2"/>
          </p:cNvCxnSpPr>
          <p:nvPr/>
        </p:nvCxnSpPr>
        <p:spPr>
          <a:xfrm>
            <a:off x="9470571" y="8291668"/>
            <a:ext cx="3663560" cy="54265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3B49B2DA-75AC-B47A-569D-734BE3D42EF0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9470571" y="8291668"/>
            <a:ext cx="3663560" cy="933450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FD4FB8C3-AC9C-F850-749B-674E656EEFEE}"/>
              </a:ext>
            </a:extLst>
          </p:cNvPr>
          <p:cNvCxnSpPr>
            <a:stCxn id="5" idx="6"/>
            <a:endCxn id="9" idx="2"/>
          </p:cNvCxnSpPr>
          <p:nvPr/>
        </p:nvCxnSpPr>
        <p:spPr>
          <a:xfrm flipV="1">
            <a:off x="9470571" y="5902253"/>
            <a:ext cx="3663560" cy="629738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5FAD1873-80C7-84D7-A010-18AF89AF39C6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9470571" y="1994281"/>
            <a:ext cx="3663560" cy="102053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9CCD848B-5CDD-E124-9FFC-622A84210291}"/>
              </a:ext>
            </a:extLst>
          </p:cNvPr>
          <p:cNvCxnSpPr>
            <a:stCxn id="5" idx="6"/>
            <a:endCxn id="10" idx="2"/>
          </p:cNvCxnSpPr>
          <p:nvPr/>
        </p:nvCxnSpPr>
        <p:spPr>
          <a:xfrm flipV="1">
            <a:off x="9470571" y="9810225"/>
            <a:ext cx="3663560" cy="2389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E9D26DCF-522C-3502-1F3E-829C0BF5BE79}"/>
              </a:ext>
            </a:extLst>
          </p:cNvPr>
          <p:cNvCxnSpPr>
            <a:stCxn id="5" idx="6"/>
            <a:endCxn id="11" idx="2"/>
          </p:cNvCxnSpPr>
          <p:nvPr/>
        </p:nvCxnSpPr>
        <p:spPr>
          <a:xfrm>
            <a:off x="9470571" y="12199640"/>
            <a:ext cx="3663560" cy="15185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0D4DDD2F-A6D5-D0F7-A22A-3CE254407AF1}"/>
              </a:ext>
            </a:extLst>
          </p:cNvPr>
          <p:cNvCxnSpPr>
            <a:stCxn id="5" idx="6"/>
            <a:endCxn id="12" idx="2"/>
          </p:cNvCxnSpPr>
          <p:nvPr/>
        </p:nvCxnSpPr>
        <p:spPr>
          <a:xfrm>
            <a:off x="9470571" y="12199640"/>
            <a:ext cx="3663560" cy="54265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DB4F9E67-96EE-5A7B-76D9-A8293EDA97BF}"/>
              </a:ext>
            </a:extLst>
          </p:cNvPr>
          <p:cNvCxnSpPr>
            <a:stCxn id="6" idx="6"/>
          </p:cNvCxnSpPr>
          <p:nvPr/>
        </p:nvCxnSpPr>
        <p:spPr>
          <a:xfrm flipV="1">
            <a:off x="9470571" y="1994281"/>
            <a:ext cx="3663560" cy="141133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E2B2554F-4944-2FCD-17CE-456292F06D86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9470571" y="5902253"/>
            <a:ext cx="3663560" cy="1020535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cto de flecha 1023">
            <a:extLst>
              <a:ext uri="{FF2B5EF4-FFF2-40B4-BE49-F238E27FC236}">
                <a16:creationId xmlns:a16="http://schemas.microsoft.com/office/drawing/2014/main" id="{A15148D8-23AB-0619-72F9-4D41D168A6FB}"/>
              </a:ext>
            </a:extLst>
          </p:cNvPr>
          <p:cNvCxnSpPr>
            <a:stCxn id="6" idx="6"/>
            <a:endCxn id="10" idx="2"/>
          </p:cNvCxnSpPr>
          <p:nvPr/>
        </p:nvCxnSpPr>
        <p:spPr>
          <a:xfrm flipV="1">
            <a:off x="9470571" y="9810225"/>
            <a:ext cx="3663560" cy="629738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cto de flecha 1026">
            <a:extLst>
              <a:ext uri="{FF2B5EF4-FFF2-40B4-BE49-F238E27FC236}">
                <a16:creationId xmlns:a16="http://schemas.microsoft.com/office/drawing/2014/main" id="{C28C9F14-8803-22C3-967E-484294D210C1}"/>
              </a:ext>
            </a:extLst>
          </p:cNvPr>
          <p:cNvCxnSpPr>
            <a:stCxn id="6" idx="6"/>
            <a:endCxn id="11" idx="2"/>
          </p:cNvCxnSpPr>
          <p:nvPr/>
        </p:nvCxnSpPr>
        <p:spPr>
          <a:xfrm flipV="1">
            <a:off x="9470571" y="13718197"/>
            <a:ext cx="3663560" cy="23894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Conector recto de flecha 1028">
            <a:extLst>
              <a:ext uri="{FF2B5EF4-FFF2-40B4-BE49-F238E27FC236}">
                <a16:creationId xmlns:a16="http://schemas.microsoft.com/office/drawing/2014/main" id="{3394C567-DF67-A12D-35E2-CA146CFB4E8D}"/>
              </a:ext>
            </a:extLst>
          </p:cNvPr>
          <p:cNvCxnSpPr>
            <a:stCxn id="6" idx="6"/>
            <a:endCxn id="12" idx="2"/>
          </p:cNvCxnSpPr>
          <p:nvPr/>
        </p:nvCxnSpPr>
        <p:spPr>
          <a:xfrm>
            <a:off x="9470571" y="16107612"/>
            <a:ext cx="3663560" cy="15185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ector recto de flecha 1030">
            <a:extLst>
              <a:ext uri="{FF2B5EF4-FFF2-40B4-BE49-F238E27FC236}">
                <a16:creationId xmlns:a16="http://schemas.microsoft.com/office/drawing/2014/main" id="{D123DBD1-4FF5-3FE8-178F-1702620EFABD}"/>
              </a:ext>
            </a:extLst>
          </p:cNvPr>
          <p:cNvCxnSpPr>
            <a:stCxn id="8" idx="6"/>
            <a:endCxn id="13" idx="2"/>
          </p:cNvCxnSpPr>
          <p:nvPr/>
        </p:nvCxnSpPr>
        <p:spPr>
          <a:xfrm>
            <a:off x="16171245" y="1994281"/>
            <a:ext cx="3663560" cy="3818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Conector recto de flecha 1032">
            <a:extLst>
              <a:ext uri="{FF2B5EF4-FFF2-40B4-BE49-F238E27FC236}">
                <a16:creationId xmlns:a16="http://schemas.microsoft.com/office/drawing/2014/main" id="{949961DF-461A-8B85-4AF7-BF7A2D6EF41E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>
            <a:off x="22871919" y="5812744"/>
            <a:ext cx="3198750" cy="17303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Conector recto de flecha 1034">
            <a:extLst>
              <a:ext uri="{FF2B5EF4-FFF2-40B4-BE49-F238E27FC236}">
                <a16:creationId xmlns:a16="http://schemas.microsoft.com/office/drawing/2014/main" id="{A79B6DEB-0CB0-257C-AF85-4ECAC05CD78A}"/>
              </a:ext>
            </a:extLst>
          </p:cNvPr>
          <p:cNvCxnSpPr>
            <a:stCxn id="9" idx="6"/>
            <a:endCxn id="13" idx="2"/>
          </p:cNvCxnSpPr>
          <p:nvPr/>
        </p:nvCxnSpPr>
        <p:spPr>
          <a:xfrm flipV="1">
            <a:off x="16171245" y="5812744"/>
            <a:ext cx="3663560" cy="895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Conector recto de flecha 1036">
            <a:extLst>
              <a:ext uri="{FF2B5EF4-FFF2-40B4-BE49-F238E27FC236}">
                <a16:creationId xmlns:a16="http://schemas.microsoft.com/office/drawing/2014/main" id="{47D418DF-E25A-75A4-685B-4BFD9BC49977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 flipV="1">
            <a:off x="16171245" y="5812744"/>
            <a:ext cx="3663560" cy="399748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Conector recto de flecha 1038">
            <a:extLst>
              <a:ext uri="{FF2B5EF4-FFF2-40B4-BE49-F238E27FC236}">
                <a16:creationId xmlns:a16="http://schemas.microsoft.com/office/drawing/2014/main" id="{6C0EB7A9-B5F7-39AD-7F4E-1E43F3D948BA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 flipV="1">
            <a:off x="16171245" y="5812744"/>
            <a:ext cx="3663560" cy="79054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de flecha 1040">
            <a:extLst>
              <a:ext uri="{FF2B5EF4-FFF2-40B4-BE49-F238E27FC236}">
                <a16:creationId xmlns:a16="http://schemas.microsoft.com/office/drawing/2014/main" id="{AEA0443C-51A6-8D0C-6DEA-DBFD5A71905F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 flipV="1">
            <a:off x="16171245" y="5812744"/>
            <a:ext cx="3663560" cy="1181342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onector recto de flecha 1042">
            <a:extLst>
              <a:ext uri="{FF2B5EF4-FFF2-40B4-BE49-F238E27FC236}">
                <a16:creationId xmlns:a16="http://schemas.microsoft.com/office/drawing/2014/main" id="{8067E6B1-74DB-635C-8E47-190210142989}"/>
              </a:ext>
            </a:extLst>
          </p:cNvPr>
          <p:cNvCxnSpPr>
            <a:stCxn id="8" idx="6"/>
            <a:endCxn id="14" idx="2"/>
          </p:cNvCxnSpPr>
          <p:nvPr/>
        </p:nvCxnSpPr>
        <p:spPr>
          <a:xfrm>
            <a:off x="16171245" y="1994281"/>
            <a:ext cx="3663560" cy="772643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ector recto de flecha 1045">
            <a:extLst>
              <a:ext uri="{FF2B5EF4-FFF2-40B4-BE49-F238E27FC236}">
                <a16:creationId xmlns:a16="http://schemas.microsoft.com/office/drawing/2014/main" id="{51FABC2A-62B0-B1CC-8799-0BED47E285A8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16171245" y="5902253"/>
            <a:ext cx="3663560" cy="3818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ector recto de flecha 1047">
            <a:extLst>
              <a:ext uri="{FF2B5EF4-FFF2-40B4-BE49-F238E27FC236}">
                <a16:creationId xmlns:a16="http://schemas.microsoft.com/office/drawing/2014/main" id="{83FC201E-934F-347E-2653-ED0494F9A42C}"/>
              </a:ext>
            </a:extLst>
          </p:cNvPr>
          <p:cNvCxnSpPr>
            <a:stCxn id="10" idx="6"/>
            <a:endCxn id="15" idx="2"/>
          </p:cNvCxnSpPr>
          <p:nvPr/>
        </p:nvCxnSpPr>
        <p:spPr>
          <a:xfrm>
            <a:off x="16171245" y="9810225"/>
            <a:ext cx="3663560" cy="3818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de flecha 1049">
            <a:extLst>
              <a:ext uri="{FF2B5EF4-FFF2-40B4-BE49-F238E27FC236}">
                <a16:creationId xmlns:a16="http://schemas.microsoft.com/office/drawing/2014/main" id="{61555F9F-7D30-ABEC-E8C8-7F1A5BB54D1A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 flipV="1">
            <a:off x="16171245" y="13628688"/>
            <a:ext cx="3663560" cy="895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de flecha 1051">
            <a:extLst>
              <a:ext uri="{FF2B5EF4-FFF2-40B4-BE49-F238E27FC236}">
                <a16:creationId xmlns:a16="http://schemas.microsoft.com/office/drawing/2014/main" id="{0EAAC520-FA76-A387-EEA7-E4B2A0CFC4E4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 flipV="1">
            <a:off x="16171245" y="13628688"/>
            <a:ext cx="3663560" cy="399748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Conector recto de flecha 1053">
            <a:extLst>
              <a:ext uri="{FF2B5EF4-FFF2-40B4-BE49-F238E27FC236}">
                <a16:creationId xmlns:a16="http://schemas.microsoft.com/office/drawing/2014/main" id="{CAABC5D1-670D-03BF-E2B9-FD0D34EBB1AE}"/>
              </a:ext>
            </a:extLst>
          </p:cNvPr>
          <p:cNvCxnSpPr>
            <a:stCxn id="11" idx="6"/>
            <a:endCxn id="14" idx="2"/>
          </p:cNvCxnSpPr>
          <p:nvPr/>
        </p:nvCxnSpPr>
        <p:spPr>
          <a:xfrm flipV="1">
            <a:off x="16171245" y="9720716"/>
            <a:ext cx="3663560" cy="399748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de flecha 1055">
            <a:extLst>
              <a:ext uri="{FF2B5EF4-FFF2-40B4-BE49-F238E27FC236}">
                <a16:creationId xmlns:a16="http://schemas.microsoft.com/office/drawing/2014/main" id="{847E66A4-36A2-BA11-E4C1-FCCB0A9C9168}"/>
              </a:ext>
            </a:extLst>
          </p:cNvPr>
          <p:cNvCxnSpPr>
            <a:endCxn id="14" idx="2"/>
          </p:cNvCxnSpPr>
          <p:nvPr/>
        </p:nvCxnSpPr>
        <p:spPr>
          <a:xfrm>
            <a:off x="16171245" y="9675962"/>
            <a:ext cx="3663560" cy="4475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 recto de flecha 1057">
            <a:extLst>
              <a:ext uri="{FF2B5EF4-FFF2-40B4-BE49-F238E27FC236}">
                <a16:creationId xmlns:a16="http://schemas.microsoft.com/office/drawing/2014/main" id="{98EF7912-251F-6ADC-4627-F28853E67A82}"/>
              </a:ext>
            </a:extLst>
          </p:cNvPr>
          <p:cNvCxnSpPr>
            <a:stCxn id="9" idx="6"/>
            <a:endCxn id="15" idx="2"/>
          </p:cNvCxnSpPr>
          <p:nvPr/>
        </p:nvCxnSpPr>
        <p:spPr>
          <a:xfrm>
            <a:off x="16171245" y="5902253"/>
            <a:ext cx="3663560" cy="772643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Conector recto de flecha 1059">
            <a:extLst>
              <a:ext uri="{FF2B5EF4-FFF2-40B4-BE49-F238E27FC236}">
                <a16:creationId xmlns:a16="http://schemas.microsoft.com/office/drawing/2014/main" id="{C77B6BD6-BF5C-329D-2F6A-1298A1EF5934}"/>
              </a:ext>
            </a:extLst>
          </p:cNvPr>
          <p:cNvCxnSpPr>
            <a:stCxn id="8" idx="6"/>
            <a:endCxn id="15" idx="2"/>
          </p:cNvCxnSpPr>
          <p:nvPr/>
        </p:nvCxnSpPr>
        <p:spPr>
          <a:xfrm>
            <a:off x="16171245" y="1994281"/>
            <a:ext cx="3663560" cy="1163440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recto de flecha 1061">
            <a:extLst>
              <a:ext uri="{FF2B5EF4-FFF2-40B4-BE49-F238E27FC236}">
                <a16:creationId xmlns:a16="http://schemas.microsoft.com/office/drawing/2014/main" id="{B4EF9050-3BE2-487B-5CB0-0B66BAFF71E3}"/>
              </a:ext>
            </a:extLst>
          </p:cNvPr>
          <p:cNvCxnSpPr>
            <a:stCxn id="12" idx="6"/>
            <a:endCxn id="14" idx="2"/>
          </p:cNvCxnSpPr>
          <p:nvPr/>
        </p:nvCxnSpPr>
        <p:spPr>
          <a:xfrm flipV="1">
            <a:off x="16171245" y="9720716"/>
            <a:ext cx="3663560" cy="79054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recto de flecha 1063">
            <a:extLst>
              <a:ext uri="{FF2B5EF4-FFF2-40B4-BE49-F238E27FC236}">
                <a16:creationId xmlns:a16="http://schemas.microsoft.com/office/drawing/2014/main" id="{1D2FE5E6-8DDE-98C7-10D7-981E9FE56F71}"/>
              </a:ext>
            </a:extLst>
          </p:cNvPr>
          <p:cNvCxnSpPr>
            <a:stCxn id="13" idx="6"/>
            <a:endCxn id="17" idx="2"/>
          </p:cNvCxnSpPr>
          <p:nvPr/>
        </p:nvCxnSpPr>
        <p:spPr>
          <a:xfrm>
            <a:off x="22871919" y="5812744"/>
            <a:ext cx="3198750" cy="56383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recto de flecha 1065">
            <a:extLst>
              <a:ext uri="{FF2B5EF4-FFF2-40B4-BE49-F238E27FC236}">
                <a16:creationId xmlns:a16="http://schemas.microsoft.com/office/drawing/2014/main" id="{0195B531-918A-AE3F-EC67-4BF34CF6CC05}"/>
              </a:ext>
            </a:extLst>
          </p:cNvPr>
          <p:cNvCxnSpPr>
            <a:stCxn id="14" idx="6"/>
            <a:endCxn id="16" idx="2"/>
          </p:cNvCxnSpPr>
          <p:nvPr/>
        </p:nvCxnSpPr>
        <p:spPr>
          <a:xfrm flipV="1">
            <a:off x="22871919" y="7543133"/>
            <a:ext cx="3198750" cy="2177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ector recto de flecha 1067">
            <a:extLst>
              <a:ext uri="{FF2B5EF4-FFF2-40B4-BE49-F238E27FC236}">
                <a16:creationId xmlns:a16="http://schemas.microsoft.com/office/drawing/2014/main" id="{E08B0F1B-38DA-5F26-C719-B379B60EDA9C}"/>
              </a:ext>
            </a:extLst>
          </p:cNvPr>
          <p:cNvCxnSpPr>
            <a:stCxn id="14" idx="6"/>
            <a:endCxn id="17" idx="2"/>
          </p:cNvCxnSpPr>
          <p:nvPr/>
        </p:nvCxnSpPr>
        <p:spPr>
          <a:xfrm>
            <a:off x="22871919" y="9720716"/>
            <a:ext cx="3198750" cy="17303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ector recto de flecha 1069">
            <a:extLst>
              <a:ext uri="{FF2B5EF4-FFF2-40B4-BE49-F238E27FC236}">
                <a16:creationId xmlns:a16="http://schemas.microsoft.com/office/drawing/2014/main" id="{D4677662-C79F-9366-9335-42A0A9A35442}"/>
              </a:ext>
            </a:extLst>
          </p:cNvPr>
          <p:cNvCxnSpPr>
            <a:stCxn id="15" idx="6"/>
            <a:endCxn id="16" idx="2"/>
          </p:cNvCxnSpPr>
          <p:nvPr/>
        </p:nvCxnSpPr>
        <p:spPr>
          <a:xfrm flipV="1">
            <a:off x="22871919" y="7543133"/>
            <a:ext cx="3198750" cy="60855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ector recto de flecha 1071">
            <a:extLst>
              <a:ext uri="{FF2B5EF4-FFF2-40B4-BE49-F238E27FC236}">
                <a16:creationId xmlns:a16="http://schemas.microsoft.com/office/drawing/2014/main" id="{214E00FA-E15E-05F8-B32B-999C4F9C965F}"/>
              </a:ext>
            </a:extLst>
          </p:cNvPr>
          <p:cNvCxnSpPr>
            <a:stCxn id="15" idx="6"/>
            <a:endCxn id="17" idx="2"/>
          </p:cNvCxnSpPr>
          <p:nvPr/>
        </p:nvCxnSpPr>
        <p:spPr>
          <a:xfrm flipV="1">
            <a:off x="22871919" y="11451105"/>
            <a:ext cx="3198750" cy="2177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Rectángulo: esquinas redondeadas 1072">
            <a:extLst>
              <a:ext uri="{FF2B5EF4-FFF2-40B4-BE49-F238E27FC236}">
                <a16:creationId xmlns:a16="http://schemas.microsoft.com/office/drawing/2014/main" id="{B6BFFCC2-A164-6A6A-31D2-D21590ECF20B}"/>
              </a:ext>
            </a:extLst>
          </p:cNvPr>
          <p:cNvSpPr/>
          <p:nvPr/>
        </p:nvSpPr>
        <p:spPr>
          <a:xfrm>
            <a:off x="5411623" y="102748"/>
            <a:ext cx="5080782" cy="19659600"/>
          </a:xfrm>
          <a:prstGeom prst="roundRect">
            <a:avLst>
              <a:gd name="adj" fmla="val 4171"/>
            </a:avLst>
          </a:prstGeom>
          <a:noFill/>
          <a:ln w="76200">
            <a:solidFill>
              <a:srgbClr val="70D39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Rectángulo: esquinas redondeadas 1073">
            <a:extLst>
              <a:ext uri="{FF2B5EF4-FFF2-40B4-BE49-F238E27FC236}">
                <a16:creationId xmlns:a16="http://schemas.microsoft.com/office/drawing/2014/main" id="{0B90D29B-10C2-2076-84D1-B3FADEEF9971}"/>
              </a:ext>
            </a:extLst>
          </p:cNvPr>
          <p:cNvSpPr/>
          <p:nvPr/>
        </p:nvSpPr>
        <p:spPr>
          <a:xfrm>
            <a:off x="11902392" y="102748"/>
            <a:ext cx="11833907" cy="19659600"/>
          </a:xfrm>
          <a:prstGeom prst="roundRect">
            <a:avLst>
              <a:gd name="adj" fmla="val 4171"/>
            </a:avLst>
          </a:prstGeom>
          <a:noFill/>
          <a:ln w="76200">
            <a:solidFill>
              <a:srgbClr val="70D39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ectángulo: esquinas redondeadas 1074">
            <a:extLst>
              <a:ext uri="{FF2B5EF4-FFF2-40B4-BE49-F238E27FC236}">
                <a16:creationId xmlns:a16="http://schemas.microsoft.com/office/drawing/2014/main" id="{E4CD45B9-5475-709D-7F08-43771D8D36A8}"/>
              </a:ext>
            </a:extLst>
          </p:cNvPr>
          <p:cNvSpPr/>
          <p:nvPr/>
        </p:nvSpPr>
        <p:spPr>
          <a:xfrm>
            <a:off x="24734938" y="102748"/>
            <a:ext cx="5080782" cy="19659600"/>
          </a:xfrm>
          <a:prstGeom prst="roundRect">
            <a:avLst>
              <a:gd name="adj" fmla="val 4171"/>
            </a:avLst>
          </a:prstGeom>
          <a:noFill/>
          <a:ln w="76200">
            <a:solidFill>
              <a:srgbClr val="70D39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1" name="Conector recto de flecha 1080">
            <a:extLst>
              <a:ext uri="{FF2B5EF4-FFF2-40B4-BE49-F238E27FC236}">
                <a16:creationId xmlns:a16="http://schemas.microsoft.com/office/drawing/2014/main" id="{1AA5DB8E-1A35-CBA6-6A6F-4DAEF23A36BB}"/>
              </a:ext>
            </a:extLst>
          </p:cNvPr>
          <p:cNvCxnSpPr>
            <a:cxnSpLocks/>
          </p:cNvCxnSpPr>
          <p:nvPr/>
        </p:nvCxnSpPr>
        <p:spPr>
          <a:xfrm>
            <a:off x="4001636" y="4383696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Conector recto de flecha 1081">
            <a:extLst>
              <a:ext uri="{FF2B5EF4-FFF2-40B4-BE49-F238E27FC236}">
                <a16:creationId xmlns:a16="http://schemas.microsoft.com/office/drawing/2014/main" id="{09B2686A-AEA7-DD19-D9FB-18B01A2BD34C}"/>
              </a:ext>
            </a:extLst>
          </p:cNvPr>
          <p:cNvCxnSpPr>
            <a:cxnSpLocks/>
          </p:cNvCxnSpPr>
          <p:nvPr/>
        </p:nvCxnSpPr>
        <p:spPr>
          <a:xfrm>
            <a:off x="4001635" y="8291668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Conector recto de flecha 1082">
            <a:extLst>
              <a:ext uri="{FF2B5EF4-FFF2-40B4-BE49-F238E27FC236}">
                <a16:creationId xmlns:a16="http://schemas.microsoft.com/office/drawing/2014/main" id="{B0C8CD1E-5835-2741-E8C0-EDDAB2BA4CF1}"/>
              </a:ext>
            </a:extLst>
          </p:cNvPr>
          <p:cNvCxnSpPr>
            <a:cxnSpLocks/>
          </p:cNvCxnSpPr>
          <p:nvPr/>
        </p:nvCxnSpPr>
        <p:spPr>
          <a:xfrm>
            <a:off x="4001635" y="12266704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Conector recto de flecha 1083">
            <a:extLst>
              <a:ext uri="{FF2B5EF4-FFF2-40B4-BE49-F238E27FC236}">
                <a16:creationId xmlns:a16="http://schemas.microsoft.com/office/drawing/2014/main" id="{560BB3A4-6AF0-BC91-8A9B-B0860F0B703A}"/>
              </a:ext>
            </a:extLst>
          </p:cNvPr>
          <p:cNvCxnSpPr>
            <a:cxnSpLocks/>
          </p:cNvCxnSpPr>
          <p:nvPr/>
        </p:nvCxnSpPr>
        <p:spPr>
          <a:xfrm>
            <a:off x="4001634" y="16189253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de flecha 1084">
            <a:extLst>
              <a:ext uri="{FF2B5EF4-FFF2-40B4-BE49-F238E27FC236}">
                <a16:creationId xmlns:a16="http://schemas.microsoft.com/office/drawing/2014/main" id="{410EF16F-6324-6EA1-7BFA-B69B2A2A8625}"/>
              </a:ext>
            </a:extLst>
          </p:cNvPr>
          <p:cNvCxnSpPr>
            <a:cxnSpLocks/>
          </p:cNvCxnSpPr>
          <p:nvPr/>
        </p:nvCxnSpPr>
        <p:spPr>
          <a:xfrm>
            <a:off x="29107783" y="7431469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de flecha 1085">
            <a:extLst>
              <a:ext uri="{FF2B5EF4-FFF2-40B4-BE49-F238E27FC236}">
                <a16:creationId xmlns:a16="http://schemas.microsoft.com/office/drawing/2014/main" id="{D5265161-8EF8-B168-D6E5-DEC7AFAE7E03}"/>
              </a:ext>
            </a:extLst>
          </p:cNvPr>
          <p:cNvCxnSpPr>
            <a:cxnSpLocks/>
          </p:cNvCxnSpPr>
          <p:nvPr/>
        </p:nvCxnSpPr>
        <p:spPr>
          <a:xfrm>
            <a:off x="29107782" y="11451105"/>
            <a:ext cx="2431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CuadroTexto 1086">
            <a:extLst>
              <a:ext uri="{FF2B5EF4-FFF2-40B4-BE49-F238E27FC236}">
                <a16:creationId xmlns:a16="http://schemas.microsoft.com/office/drawing/2014/main" id="{0CDD5F0B-15A2-C60F-C752-FFFE8691AA0B}"/>
              </a:ext>
            </a:extLst>
          </p:cNvPr>
          <p:cNvSpPr txBox="1"/>
          <p:nvPr/>
        </p:nvSpPr>
        <p:spPr>
          <a:xfrm>
            <a:off x="5879170" y="288351"/>
            <a:ext cx="41456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 de entrada</a:t>
            </a:r>
          </a:p>
        </p:txBody>
      </p:sp>
      <p:sp>
        <p:nvSpPr>
          <p:cNvPr id="1088" name="CuadroTexto 1087">
            <a:extLst>
              <a:ext uri="{FF2B5EF4-FFF2-40B4-BE49-F238E27FC236}">
                <a16:creationId xmlns:a16="http://schemas.microsoft.com/office/drawing/2014/main" id="{64196F08-0576-06E8-B227-342A972EBF4C}"/>
              </a:ext>
            </a:extLst>
          </p:cNvPr>
          <p:cNvSpPr txBox="1"/>
          <p:nvPr/>
        </p:nvSpPr>
        <p:spPr>
          <a:xfrm>
            <a:off x="16683713" y="288351"/>
            <a:ext cx="31053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oculta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9" name="CuadroTexto 1088">
            <a:extLst>
              <a:ext uri="{FF2B5EF4-FFF2-40B4-BE49-F238E27FC236}">
                <a16:creationId xmlns:a16="http://schemas.microsoft.com/office/drawing/2014/main" id="{3212CB8E-7988-213F-434F-466EC8AB5104}"/>
              </a:ext>
            </a:extLst>
          </p:cNvPr>
          <p:cNvSpPr txBox="1"/>
          <p:nvPr/>
        </p:nvSpPr>
        <p:spPr>
          <a:xfrm>
            <a:off x="25202485" y="405802"/>
            <a:ext cx="37705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 de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salida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78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6D7A-E3B0-5A65-B181-948F27E5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Top Corners Rounded 99">
            <a:extLst>
              <a:ext uri="{FF2B5EF4-FFF2-40B4-BE49-F238E27FC236}">
                <a16:creationId xmlns:a16="http://schemas.microsoft.com/office/drawing/2014/main" id="{4B25E0D9-9F8D-BC7F-47F5-6846085CC082}"/>
              </a:ext>
            </a:extLst>
          </p:cNvPr>
          <p:cNvSpPr/>
          <p:nvPr/>
        </p:nvSpPr>
        <p:spPr>
          <a:xfrm rot="5400000">
            <a:off x="18055505" y="4486434"/>
            <a:ext cx="3989189" cy="29630872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7" name="Rectangle: Top Corners Rounded 99">
            <a:extLst>
              <a:ext uri="{FF2B5EF4-FFF2-40B4-BE49-F238E27FC236}">
                <a16:creationId xmlns:a16="http://schemas.microsoft.com/office/drawing/2014/main" id="{181994F3-382A-D88C-8424-0549CE26F46E}"/>
              </a:ext>
            </a:extLst>
          </p:cNvPr>
          <p:cNvSpPr/>
          <p:nvPr/>
        </p:nvSpPr>
        <p:spPr>
          <a:xfrm rot="5400000">
            <a:off x="20141976" y="3147485"/>
            <a:ext cx="8671402" cy="20775718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5" name="Rectangle: Top Corners Rounded 99">
            <a:extLst>
              <a:ext uri="{FF2B5EF4-FFF2-40B4-BE49-F238E27FC236}">
                <a16:creationId xmlns:a16="http://schemas.microsoft.com/office/drawing/2014/main" id="{BD3F56E9-2351-BA3A-D540-C2136DDC72D3}"/>
              </a:ext>
            </a:extLst>
          </p:cNvPr>
          <p:cNvSpPr/>
          <p:nvPr/>
        </p:nvSpPr>
        <p:spPr>
          <a:xfrm rot="5400000">
            <a:off x="19684481" y="-5727256"/>
            <a:ext cx="7951573" cy="22410544"/>
          </a:xfrm>
          <a:prstGeom prst="round2SameRect">
            <a:avLst>
              <a:gd name="adj1" fmla="val 8218"/>
              <a:gd name="adj2" fmla="val 0"/>
            </a:avLst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895D917A-8599-CC49-D4AF-08853A22E7FA}"/>
              </a:ext>
            </a:extLst>
          </p:cNvPr>
          <p:cNvSpPr/>
          <p:nvPr/>
        </p:nvSpPr>
        <p:spPr>
          <a:xfrm>
            <a:off x="5234667" y="1502229"/>
            <a:ext cx="9029656" cy="16368814"/>
          </a:xfrm>
          <a:prstGeom prst="roundRect">
            <a:avLst>
              <a:gd name="adj" fmla="val 4533"/>
            </a:avLst>
          </a:prstGeom>
          <a:solidFill>
            <a:srgbClr val="D1E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400"/>
          </a:p>
        </p:txBody>
      </p:sp>
      <p:sp>
        <p:nvSpPr>
          <p:cNvPr id="39" name="Rectangle: Rounded Corners 67">
            <a:extLst>
              <a:ext uri="{FF2B5EF4-FFF2-40B4-BE49-F238E27FC236}">
                <a16:creationId xmlns:a16="http://schemas.microsoft.com/office/drawing/2014/main" id="{ECE8CF0D-2CFB-BDE9-6101-E5CD2B2A512B}"/>
              </a:ext>
            </a:extLst>
          </p:cNvPr>
          <p:cNvSpPr/>
          <p:nvPr/>
        </p:nvSpPr>
        <p:spPr>
          <a:xfrm>
            <a:off x="5789495" y="10914777"/>
            <a:ext cx="7920000" cy="421626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Divida el conjunto de datos en un 80 % para entrenamiento y un 20% para pruebas</a:t>
            </a: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7F2D2605-5E58-482E-FE1B-ED5A5840C598}"/>
              </a:ext>
            </a:extLst>
          </p:cNvPr>
          <p:cNvSpPr/>
          <p:nvPr/>
        </p:nvSpPr>
        <p:spPr>
          <a:xfrm>
            <a:off x="5789495" y="4833088"/>
            <a:ext cx="7920000" cy="281269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datos de EEG con artefactos reales</a:t>
            </a:r>
          </a:p>
        </p:txBody>
      </p:sp>
      <p:sp>
        <p:nvSpPr>
          <p:cNvPr id="41" name="Rectangle: Rounded Corners 20">
            <a:extLst>
              <a:ext uri="{FF2B5EF4-FFF2-40B4-BE49-F238E27FC236}">
                <a16:creationId xmlns:a16="http://schemas.microsoft.com/office/drawing/2014/main" id="{4670B144-D19F-EC2C-4333-BFA471635EEA}"/>
              </a:ext>
            </a:extLst>
          </p:cNvPr>
          <p:cNvSpPr/>
          <p:nvPr/>
        </p:nvSpPr>
        <p:spPr>
          <a:xfrm>
            <a:off x="5789495" y="8244367"/>
            <a:ext cx="7920000" cy="2088000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señales EEG sintéticas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7FF23D7D-08DE-9E2B-7F4D-6B8142DF50EB}"/>
              </a:ext>
            </a:extLst>
          </p:cNvPr>
          <p:cNvSpPr/>
          <p:nvPr/>
        </p:nvSpPr>
        <p:spPr>
          <a:xfrm>
            <a:off x="5789495" y="15758925"/>
            <a:ext cx="7920000" cy="1801489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Alinear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conjunto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101">
            <a:extLst>
              <a:ext uri="{FF2B5EF4-FFF2-40B4-BE49-F238E27FC236}">
                <a16:creationId xmlns:a16="http://schemas.microsoft.com/office/drawing/2014/main" id="{5B3D1FF1-33E8-15DF-C53F-05C24FA69C17}"/>
              </a:ext>
            </a:extLst>
          </p:cNvPr>
          <p:cNvSpPr/>
          <p:nvPr/>
        </p:nvSpPr>
        <p:spPr>
          <a:xfrm>
            <a:off x="15022821" y="12571770"/>
            <a:ext cx="7324507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 del modelo de aprendizaje profundo con adaptación de dominio</a:t>
            </a:r>
          </a:p>
        </p:txBody>
      </p:sp>
      <p:sp>
        <p:nvSpPr>
          <p:cNvPr id="48" name="Rectangle: Rounded Corners 7">
            <a:extLst>
              <a:ext uri="{FF2B5EF4-FFF2-40B4-BE49-F238E27FC236}">
                <a16:creationId xmlns:a16="http://schemas.microsoft.com/office/drawing/2014/main" id="{23BF6888-C47D-20DC-0181-B12C59410F7B}"/>
              </a:ext>
            </a:extLst>
          </p:cNvPr>
          <p:cNvSpPr/>
          <p:nvPr/>
        </p:nvSpPr>
        <p:spPr>
          <a:xfrm>
            <a:off x="5789495" y="1876855"/>
            <a:ext cx="7920000" cy="2357645"/>
          </a:xfrm>
          <a:prstGeom prst="roundRect">
            <a:avLst/>
          </a:prstGeom>
          <a:solidFill>
            <a:srgbClr val="A3D4A2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Preparación del conjunto de datos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D55E18F4-414B-86FF-1CE9-124644FDE226}"/>
              </a:ext>
            </a:extLst>
          </p:cNvPr>
          <p:cNvSpPr/>
          <p:nvPr/>
        </p:nvSpPr>
        <p:spPr>
          <a:xfrm>
            <a:off x="34270919" y="16592016"/>
            <a:ext cx="1189238" cy="1150673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3F5B02A2-33D6-2EDB-E59B-430E1DC071E4}"/>
              </a:ext>
            </a:extLst>
          </p:cNvPr>
          <p:cNvSpPr/>
          <p:nvPr/>
        </p:nvSpPr>
        <p:spPr>
          <a:xfrm>
            <a:off x="4723878" y="1121806"/>
            <a:ext cx="1189238" cy="1150673"/>
          </a:xfrm>
          <a:prstGeom prst="ellipse">
            <a:avLst/>
          </a:prstGeom>
          <a:solidFill>
            <a:srgbClr val="D1EBD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D6CA93B9-5981-8F3E-8C9C-C011D3516C56}"/>
              </a:ext>
            </a:extLst>
          </p:cNvPr>
          <p:cNvSpPr/>
          <p:nvPr/>
        </p:nvSpPr>
        <p:spPr>
          <a:xfrm>
            <a:off x="34129418" y="1121806"/>
            <a:ext cx="1189238" cy="1150673"/>
          </a:xfrm>
          <a:prstGeom prst="ellipse">
            <a:avLst/>
          </a:prstGeom>
          <a:solidFill>
            <a:srgbClr val="FFF6D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8" name="Rectangle: Rounded Corners 7">
            <a:extLst>
              <a:ext uri="{FF2B5EF4-FFF2-40B4-BE49-F238E27FC236}">
                <a16:creationId xmlns:a16="http://schemas.microsoft.com/office/drawing/2014/main" id="{9B85FB19-560D-7C9D-454A-714814DA3ADD}"/>
              </a:ext>
            </a:extLst>
          </p:cNvPr>
          <p:cNvSpPr/>
          <p:nvPr/>
        </p:nvSpPr>
        <p:spPr>
          <a:xfrm>
            <a:off x="14700927" y="1934285"/>
            <a:ext cx="19552570" cy="103272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  <a:r>
              <a:rPr lang="en-US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54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7">
            <a:extLst>
              <a:ext uri="{FF2B5EF4-FFF2-40B4-BE49-F238E27FC236}">
                <a16:creationId xmlns:a16="http://schemas.microsoft.com/office/drawing/2014/main" id="{E3A66619-08A3-3CFC-1723-796959E163C3}"/>
              </a:ext>
            </a:extLst>
          </p:cNvPr>
          <p:cNvSpPr/>
          <p:nvPr/>
        </p:nvSpPr>
        <p:spPr>
          <a:xfrm>
            <a:off x="14700927" y="4575672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 Transformada de Fourier de Tiempo Corto (STFT) y extraer la magnitud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101">
            <a:extLst>
              <a:ext uri="{FF2B5EF4-FFF2-40B4-BE49-F238E27FC236}">
                <a16:creationId xmlns:a16="http://schemas.microsoft.com/office/drawing/2014/main" id="{4F64E8D1-AA8B-9668-7311-901EFFEFE8E2}"/>
              </a:ext>
            </a:extLst>
          </p:cNvPr>
          <p:cNvSpPr/>
          <p:nvPr/>
        </p:nvSpPr>
        <p:spPr>
          <a:xfrm>
            <a:off x="23660267" y="12571771"/>
            <a:ext cx="10593230" cy="4735504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modelo de aprendizaje profundo con adaptación de dominio utilizando exactitud, precisión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recall, y </a:t>
            </a:r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Puntaje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F1; RMSE, CC y MAE</a:t>
            </a:r>
            <a:endParaRPr lang="es-MX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: Rounded Corners 7">
            <a:extLst>
              <a:ext uri="{FF2B5EF4-FFF2-40B4-BE49-F238E27FC236}">
                <a16:creationId xmlns:a16="http://schemas.microsoft.com/office/drawing/2014/main" id="{BEAA8741-256F-6F95-9C58-91AE8E7C8013}"/>
              </a:ext>
            </a:extLst>
          </p:cNvPr>
          <p:cNvSpPr/>
          <p:nvPr/>
        </p:nvSpPr>
        <p:spPr>
          <a:xfrm>
            <a:off x="15022821" y="9957380"/>
            <a:ext cx="19230677" cy="1800000"/>
          </a:xfrm>
          <a:prstGeom prst="roundRect">
            <a:avLst/>
          </a:prstGeom>
          <a:solidFill>
            <a:srgbClr val="C5A1FB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 de entrenamiento y validación</a:t>
            </a:r>
            <a:endParaRPr lang="en-US" sz="5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01">
            <a:extLst>
              <a:ext uri="{FF2B5EF4-FFF2-40B4-BE49-F238E27FC236}">
                <a16:creationId xmlns:a16="http://schemas.microsoft.com/office/drawing/2014/main" id="{1F63FC5C-B010-BAE7-D181-BAD44173D67C}"/>
              </a:ext>
            </a:extLst>
          </p:cNvPr>
          <p:cNvSpPr/>
          <p:nvPr/>
        </p:nvSpPr>
        <p:spPr>
          <a:xfrm>
            <a:off x="5921941" y="18469635"/>
            <a:ext cx="28348978" cy="2191007"/>
          </a:xfrm>
          <a:prstGeom prst="round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una herramienta para la visualización en tiempo real de artefactos en señales EEG multicanal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92EE9DA7-D30A-D5B4-923F-7465194CC7AE}"/>
              </a:ext>
            </a:extLst>
          </p:cNvPr>
          <p:cNvSpPr/>
          <p:nvPr/>
        </p:nvSpPr>
        <p:spPr>
          <a:xfrm>
            <a:off x="34270919" y="20177963"/>
            <a:ext cx="1189238" cy="1150673"/>
          </a:xfrm>
          <a:prstGeom prst="ellipse">
            <a:avLst/>
          </a:prstGeom>
          <a:solidFill>
            <a:srgbClr val="BDD7EE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" name="Rectangle: Rounded Corners 7">
            <a:extLst>
              <a:ext uri="{FF2B5EF4-FFF2-40B4-BE49-F238E27FC236}">
                <a16:creationId xmlns:a16="http://schemas.microsoft.com/office/drawing/2014/main" id="{1F6F1D15-AEEC-6799-55E8-6EF4BEF0C9DD}"/>
              </a:ext>
            </a:extLst>
          </p:cNvPr>
          <p:cNvSpPr/>
          <p:nvPr/>
        </p:nvSpPr>
        <p:spPr>
          <a:xfrm>
            <a:off x="14700927" y="7923256"/>
            <a:ext cx="19347468" cy="1317145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8707F831-3877-5C9A-658F-49848EDF2208}"/>
              </a:ext>
            </a:extLst>
          </p:cNvPr>
          <p:cNvSpPr/>
          <p:nvPr/>
        </p:nvSpPr>
        <p:spPr>
          <a:xfrm>
            <a:off x="24783233" y="4575187"/>
            <a:ext cx="9465359" cy="3109658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EEG en el dominio del tiempo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7">
            <a:extLst>
              <a:ext uri="{FF2B5EF4-FFF2-40B4-BE49-F238E27FC236}">
                <a16:creationId xmlns:a16="http://schemas.microsoft.com/office/drawing/2014/main" id="{32DB85C4-612D-F729-3718-0830C98F1CB4}"/>
              </a:ext>
            </a:extLst>
          </p:cNvPr>
          <p:cNvSpPr/>
          <p:nvPr/>
        </p:nvSpPr>
        <p:spPr>
          <a:xfrm>
            <a:off x="14700927" y="3101269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B7559322-CEE5-4941-4B37-44AC0B101DF1}"/>
              </a:ext>
            </a:extLst>
          </p:cNvPr>
          <p:cNvSpPr/>
          <p:nvPr/>
        </p:nvSpPr>
        <p:spPr>
          <a:xfrm>
            <a:off x="24783233" y="3090340"/>
            <a:ext cx="9465359" cy="1142131"/>
          </a:xfrm>
          <a:prstGeom prst="roundRect">
            <a:avLst/>
          </a:prstGeom>
          <a:solidFill>
            <a:srgbClr val="FFD57F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49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2E4BA-FF52-D4F5-F4BE-B133D139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7A37F7-6798-80EF-68AC-68A03727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374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6254</TotalTime>
  <Words>1428</Words>
  <Application>Microsoft Office PowerPoint</Application>
  <PresentationFormat>Personalizado</PresentationFormat>
  <Paragraphs>349</Paragraphs>
  <Slides>19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de Jesus Velasquez Martinez</dc:creator>
  <cp:lastModifiedBy>Emmanuel De Jesús Velásquez Martínez</cp:lastModifiedBy>
  <cp:revision>39</cp:revision>
  <dcterms:created xsi:type="dcterms:W3CDTF">2025-03-16T23:13:53Z</dcterms:created>
  <dcterms:modified xsi:type="dcterms:W3CDTF">2025-11-12T23:38:19Z</dcterms:modified>
</cp:coreProperties>
</file>