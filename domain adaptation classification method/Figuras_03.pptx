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65" r:id="rId4"/>
    <p:sldId id="259" r:id="rId5"/>
    <p:sldId id="258" r:id="rId6"/>
    <p:sldId id="263" r:id="rId7"/>
    <p:sldId id="260" r:id="rId8"/>
    <p:sldId id="257" r:id="rId9"/>
    <p:sldId id="264" r:id="rId10"/>
    <p:sldId id="261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51200050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4AA"/>
    <a:srgbClr val="F2B36D"/>
    <a:srgbClr val="9BCBCA"/>
    <a:srgbClr val="FFFFFF"/>
    <a:srgbClr val="EDEDED"/>
    <a:srgbClr val="5C88C4"/>
    <a:srgbClr val="45818E"/>
    <a:srgbClr val="7030A0"/>
    <a:srgbClr val="6AA84F"/>
    <a:srgbClr val="F1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2" autoAdjust="0"/>
    <p:restoredTop sz="94660"/>
  </p:normalViewPr>
  <p:slideViewPr>
    <p:cSldViewPr snapToGrid="0">
      <p:cViewPr varScale="1">
        <p:scale>
          <a:sx n="13" d="100"/>
          <a:sy n="13" d="100"/>
        </p:scale>
        <p:origin x="201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004" y="7070108"/>
            <a:ext cx="43520043" cy="15040222"/>
          </a:xfrm>
        </p:spPr>
        <p:txBody>
          <a:bodyPr anchor="b"/>
          <a:lstStyle>
            <a:lvl1pPr algn="ctr">
              <a:defRPr sz="335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006" y="22690338"/>
            <a:ext cx="38400038" cy="10430151"/>
          </a:xfrm>
        </p:spPr>
        <p:txBody>
          <a:bodyPr/>
          <a:lstStyle>
            <a:lvl1pPr marL="0" indent="0" algn="ctr">
              <a:buNone/>
              <a:defRPr sz="13438"/>
            </a:lvl1pPr>
            <a:lvl2pPr marL="2560000" indent="0" algn="ctr">
              <a:buNone/>
              <a:defRPr sz="11199"/>
            </a:lvl2pPr>
            <a:lvl3pPr marL="5120000" indent="0" algn="ctr">
              <a:buNone/>
              <a:defRPr sz="10079"/>
            </a:lvl3pPr>
            <a:lvl4pPr marL="7680000" indent="0" algn="ctr">
              <a:buNone/>
              <a:defRPr sz="8959"/>
            </a:lvl4pPr>
            <a:lvl5pPr marL="10240000" indent="0" algn="ctr">
              <a:buNone/>
              <a:defRPr sz="8959"/>
            </a:lvl5pPr>
            <a:lvl6pPr marL="12800000" indent="0" algn="ctr">
              <a:buNone/>
              <a:defRPr sz="8959"/>
            </a:lvl6pPr>
            <a:lvl7pPr marL="15360000" indent="0" algn="ctr">
              <a:buNone/>
              <a:defRPr sz="8959"/>
            </a:lvl7pPr>
            <a:lvl8pPr marL="17920000" indent="0" algn="ctr">
              <a:buNone/>
              <a:defRPr sz="8959"/>
            </a:lvl8pPr>
            <a:lvl9pPr marL="20480000" indent="0" algn="ctr">
              <a:buNone/>
              <a:defRPr sz="89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3381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7334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340" y="10770172"/>
            <a:ext cx="44160043" cy="17970262"/>
          </a:xfrm>
        </p:spPr>
        <p:txBody>
          <a:bodyPr anchor="b"/>
          <a:lstStyle>
            <a:lvl1pPr>
              <a:defRPr sz="335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340" y="28910440"/>
            <a:ext cx="44160043" cy="9450136"/>
          </a:xfrm>
        </p:spPr>
        <p:txBody>
          <a:bodyPr/>
          <a:lstStyle>
            <a:lvl1pPr marL="0" indent="0">
              <a:buNone/>
              <a:defRPr sz="13438">
                <a:solidFill>
                  <a:schemeClr val="tx1"/>
                </a:solidFill>
              </a:defRPr>
            </a:lvl1pPr>
            <a:lvl2pPr marL="2560000" indent="0">
              <a:buNone/>
              <a:defRPr sz="11199">
                <a:solidFill>
                  <a:schemeClr val="tx1">
                    <a:tint val="75000"/>
                  </a:schemeClr>
                </a:solidFill>
              </a:defRPr>
            </a:lvl2pPr>
            <a:lvl3pPr marL="5120000" indent="0">
              <a:buNone/>
              <a:defRPr sz="10079">
                <a:solidFill>
                  <a:schemeClr val="tx1">
                    <a:tint val="75000"/>
                  </a:schemeClr>
                </a:solidFill>
              </a:defRPr>
            </a:lvl3pPr>
            <a:lvl4pPr marL="768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4pPr>
            <a:lvl5pPr marL="1024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5pPr>
            <a:lvl6pPr marL="1280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6pPr>
            <a:lvl7pPr marL="1536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7pPr>
            <a:lvl8pPr marL="1792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8pPr>
            <a:lvl9pPr marL="20480000" indent="0">
              <a:buNone/>
              <a:defRPr sz="89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029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004" y="11500170"/>
            <a:ext cx="21760021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0025" y="11500170"/>
            <a:ext cx="21760021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362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2" y="2300044"/>
            <a:ext cx="44160043" cy="8350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6678" y="10590160"/>
            <a:ext cx="21660018" cy="5190073"/>
          </a:xfrm>
        </p:spPr>
        <p:txBody>
          <a:bodyPr anchor="b"/>
          <a:lstStyle>
            <a:lvl1pPr marL="0" indent="0">
              <a:buNone/>
              <a:defRPr sz="13438" b="1"/>
            </a:lvl1pPr>
            <a:lvl2pPr marL="2560000" indent="0">
              <a:buNone/>
              <a:defRPr sz="11199" b="1"/>
            </a:lvl2pPr>
            <a:lvl3pPr marL="5120000" indent="0">
              <a:buNone/>
              <a:defRPr sz="10079" b="1"/>
            </a:lvl3pPr>
            <a:lvl4pPr marL="7680000" indent="0">
              <a:buNone/>
              <a:defRPr sz="8959" b="1"/>
            </a:lvl4pPr>
            <a:lvl5pPr marL="10240000" indent="0">
              <a:buNone/>
              <a:defRPr sz="8959" b="1"/>
            </a:lvl5pPr>
            <a:lvl6pPr marL="12800000" indent="0">
              <a:buNone/>
              <a:defRPr sz="8959" b="1"/>
            </a:lvl6pPr>
            <a:lvl7pPr marL="15360000" indent="0">
              <a:buNone/>
              <a:defRPr sz="8959" b="1"/>
            </a:lvl7pPr>
            <a:lvl8pPr marL="17920000" indent="0">
              <a:buNone/>
              <a:defRPr sz="8959" b="1"/>
            </a:lvl8pPr>
            <a:lvl9pPr marL="20480000" indent="0">
              <a:buNone/>
              <a:defRPr sz="89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6678" y="15780233"/>
            <a:ext cx="21660018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0028" y="10590160"/>
            <a:ext cx="21766690" cy="5190073"/>
          </a:xfrm>
        </p:spPr>
        <p:txBody>
          <a:bodyPr anchor="b"/>
          <a:lstStyle>
            <a:lvl1pPr marL="0" indent="0">
              <a:buNone/>
              <a:defRPr sz="13438" b="1"/>
            </a:lvl1pPr>
            <a:lvl2pPr marL="2560000" indent="0">
              <a:buNone/>
              <a:defRPr sz="11199" b="1"/>
            </a:lvl2pPr>
            <a:lvl3pPr marL="5120000" indent="0">
              <a:buNone/>
              <a:defRPr sz="10079" b="1"/>
            </a:lvl3pPr>
            <a:lvl4pPr marL="7680000" indent="0">
              <a:buNone/>
              <a:defRPr sz="8959" b="1"/>
            </a:lvl4pPr>
            <a:lvl5pPr marL="10240000" indent="0">
              <a:buNone/>
              <a:defRPr sz="8959" b="1"/>
            </a:lvl5pPr>
            <a:lvl6pPr marL="12800000" indent="0">
              <a:buNone/>
              <a:defRPr sz="8959" b="1"/>
            </a:lvl6pPr>
            <a:lvl7pPr marL="15360000" indent="0">
              <a:buNone/>
              <a:defRPr sz="8959" b="1"/>
            </a:lvl7pPr>
            <a:lvl8pPr marL="17920000" indent="0">
              <a:buNone/>
              <a:defRPr sz="8959" b="1"/>
            </a:lvl8pPr>
            <a:lvl9pPr marL="20480000" indent="0">
              <a:buNone/>
              <a:defRPr sz="89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0028" y="15780233"/>
            <a:ext cx="21766690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427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835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16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2" y="2880042"/>
            <a:ext cx="16513349" cy="10080149"/>
          </a:xfrm>
        </p:spPr>
        <p:txBody>
          <a:bodyPr anchor="b"/>
          <a:lstStyle>
            <a:lvl1pPr>
              <a:defRPr sz="179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6690" y="6220102"/>
            <a:ext cx="25920025" cy="30700453"/>
          </a:xfrm>
        </p:spPr>
        <p:txBody>
          <a:bodyPr/>
          <a:lstStyle>
            <a:lvl1pPr>
              <a:defRPr sz="17918"/>
            </a:lvl1pPr>
            <a:lvl2pPr>
              <a:defRPr sz="15678"/>
            </a:lvl2pPr>
            <a:lvl3pPr>
              <a:defRPr sz="13438"/>
            </a:lvl3pPr>
            <a:lvl4pPr>
              <a:defRPr sz="11199"/>
            </a:lvl4pPr>
            <a:lvl5pPr>
              <a:defRPr sz="11199"/>
            </a:lvl5pPr>
            <a:lvl6pPr>
              <a:defRPr sz="11199"/>
            </a:lvl6pPr>
            <a:lvl7pPr>
              <a:defRPr sz="11199"/>
            </a:lvl7pPr>
            <a:lvl8pPr>
              <a:defRPr sz="11199"/>
            </a:lvl8pPr>
            <a:lvl9pPr>
              <a:defRPr sz="111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2" y="12960191"/>
            <a:ext cx="16513349" cy="24010358"/>
          </a:xfrm>
        </p:spPr>
        <p:txBody>
          <a:bodyPr/>
          <a:lstStyle>
            <a:lvl1pPr marL="0" indent="0">
              <a:buNone/>
              <a:defRPr sz="8959"/>
            </a:lvl1pPr>
            <a:lvl2pPr marL="2560000" indent="0">
              <a:buNone/>
              <a:defRPr sz="7839"/>
            </a:lvl2pPr>
            <a:lvl3pPr marL="5120000" indent="0">
              <a:buNone/>
              <a:defRPr sz="6719"/>
            </a:lvl3pPr>
            <a:lvl4pPr marL="7680000" indent="0">
              <a:buNone/>
              <a:defRPr sz="5599"/>
            </a:lvl4pPr>
            <a:lvl5pPr marL="10240000" indent="0">
              <a:buNone/>
              <a:defRPr sz="5599"/>
            </a:lvl5pPr>
            <a:lvl6pPr marL="12800000" indent="0">
              <a:buNone/>
              <a:defRPr sz="5599"/>
            </a:lvl6pPr>
            <a:lvl7pPr marL="15360000" indent="0">
              <a:buNone/>
              <a:defRPr sz="5599"/>
            </a:lvl7pPr>
            <a:lvl8pPr marL="17920000" indent="0">
              <a:buNone/>
              <a:defRPr sz="5599"/>
            </a:lvl8pPr>
            <a:lvl9pPr marL="20480000" indent="0">
              <a:buNone/>
              <a:defRPr sz="55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009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6672" y="2880042"/>
            <a:ext cx="16513349" cy="10080149"/>
          </a:xfrm>
        </p:spPr>
        <p:txBody>
          <a:bodyPr anchor="b"/>
          <a:lstStyle>
            <a:lvl1pPr>
              <a:defRPr sz="179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6690" y="6220102"/>
            <a:ext cx="25920025" cy="30700453"/>
          </a:xfrm>
        </p:spPr>
        <p:txBody>
          <a:bodyPr anchor="t"/>
          <a:lstStyle>
            <a:lvl1pPr marL="0" indent="0">
              <a:buNone/>
              <a:defRPr sz="17918"/>
            </a:lvl1pPr>
            <a:lvl2pPr marL="2560000" indent="0">
              <a:buNone/>
              <a:defRPr sz="15678"/>
            </a:lvl2pPr>
            <a:lvl3pPr marL="5120000" indent="0">
              <a:buNone/>
              <a:defRPr sz="13438"/>
            </a:lvl3pPr>
            <a:lvl4pPr marL="7680000" indent="0">
              <a:buNone/>
              <a:defRPr sz="11199"/>
            </a:lvl4pPr>
            <a:lvl5pPr marL="10240000" indent="0">
              <a:buNone/>
              <a:defRPr sz="11199"/>
            </a:lvl5pPr>
            <a:lvl6pPr marL="12800000" indent="0">
              <a:buNone/>
              <a:defRPr sz="11199"/>
            </a:lvl6pPr>
            <a:lvl7pPr marL="15360000" indent="0">
              <a:buNone/>
              <a:defRPr sz="11199"/>
            </a:lvl7pPr>
            <a:lvl8pPr marL="17920000" indent="0">
              <a:buNone/>
              <a:defRPr sz="11199"/>
            </a:lvl8pPr>
            <a:lvl9pPr marL="20480000" indent="0">
              <a:buNone/>
              <a:defRPr sz="111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6672" y="12960191"/>
            <a:ext cx="16513349" cy="24010358"/>
          </a:xfrm>
        </p:spPr>
        <p:txBody>
          <a:bodyPr/>
          <a:lstStyle>
            <a:lvl1pPr marL="0" indent="0">
              <a:buNone/>
              <a:defRPr sz="8959"/>
            </a:lvl1pPr>
            <a:lvl2pPr marL="2560000" indent="0">
              <a:buNone/>
              <a:defRPr sz="7839"/>
            </a:lvl2pPr>
            <a:lvl3pPr marL="5120000" indent="0">
              <a:buNone/>
              <a:defRPr sz="6719"/>
            </a:lvl3pPr>
            <a:lvl4pPr marL="7680000" indent="0">
              <a:buNone/>
              <a:defRPr sz="5599"/>
            </a:lvl4pPr>
            <a:lvl5pPr marL="10240000" indent="0">
              <a:buNone/>
              <a:defRPr sz="5599"/>
            </a:lvl5pPr>
            <a:lvl6pPr marL="12800000" indent="0">
              <a:buNone/>
              <a:defRPr sz="5599"/>
            </a:lvl6pPr>
            <a:lvl7pPr marL="15360000" indent="0">
              <a:buNone/>
              <a:defRPr sz="5599"/>
            </a:lvl7pPr>
            <a:lvl8pPr marL="17920000" indent="0">
              <a:buNone/>
              <a:defRPr sz="5599"/>
            </a:lvl8pPr>
            <a:lvl9pPr marL="20480000" indent="0">
              <a:buNone/>
              <a:defRPr sz="55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667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503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0038" y="2300034"/>
            <a:ext cx="11040011" cy="36610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006" y="2300034"/>
            <a:ext cx="32480032" cy="36610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441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004" y="2300044"/>
            <a:ext cx="44160043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004" y="11500170"/>
            <a:ext cx="44160043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004" y="40040601"/>
            <a:ext cx="1152001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057A2-905A-4BA0-9870-BA1BCF14E399}" type="datetimeFigureOut">
              <a:rPr lang="es-MX" smtClean="0"/>
              <a:t>25/11/2024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0017" y="40040601"/>
            <a:ext cx="17280017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0035" y="40040601"/>
            <a:ext cx="1152001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8AD03-9068-4DAA-BC21-9035DE5DFE92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379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120000" rtl="0" eaLnBrk="1" latinLnBrk="0" hangingPunct="1">
        <a:lnSpc>
          <a:spcPct val="90000"/>
        </a:lnSpc>
        <a:spcBef>
          <a:spcPct val="0"/>
        </a:spcBef>
        <a:buNone/>
        <a:defRPr sz="24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000" indent="-1280000" algn="l" defTabSz="5120000" rtl="0" eaLnBrk="1" latinLnBrk="0" hangingPunct="1">
        <a:lnSpc>
          <a:spcPct val="90000"/>
        </a:lnSpc>
        <a:spcBef>
          <a:spcPts val="5599"/>
        </a:spcBef>
        <a:buFont typeface="Arial" panose="020B0604020202020204" pitchFamily="34" charset="0"/>
        <a:buChar char="•"/>
        <a:defRPr sz="15678" kern="1200">
          <a:solidFill>
            <a:schemeClr val="tx1"/>
          </a:solidFill>
          <a:latin typeface="+mn-lt"/>
          <a:ea typeface="+mn-ea"/>
          <a:cs typeface="+mn-cs"/>
        </a:defRPr>
      </a:lvl1pPr>
      <a:lvl2pPr marL="384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38" kern="1200">
          <a:solidFill>
            <a:schemeClr val="tx1"/>
          </a:solidFill>
          <a:latin typeface="+mn-lt"/>
          <a:ea typeface="+mn-ea"/>
          <a:cs typeface="+mn-cs"/>
        </a:defRPr>
      </a:lvl2pPr>
      <a:lvl3pPr marL="640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199" kern="1200">
          <a:solidFill>
            <a:schemeClr val="tx1"/>
          </a:solidFill>
          <a:latin typeface="+mn-lt"/>
          <a:ea typeface="+mn-ea"/>
          <a:cs typeface="+mn-cs"/>
        </a:defRPr>
      </a:lvl3pPr>
      <a:lvl4pPr marL="896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5pPr>
      <a:lvl6pPr marL="1408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6pPr>
      <a:lvl7pPr marL="1664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7pPr>
      <a:lvl8pPr marL="1920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8pPr>
      <a:lvl9pPr marL="21760000" indent="-1280000" algn="l" defTabSz="512000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1pPr>
      <a:lvl2pPr marL="256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2pPr>
      <a:lvl3pPr marL="512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3pPr>
      <a:lvl4pPr marL="768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4pPr>
      <a:lvl5pPr marL="1024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5pPr>
      <a:lvl6pPr marL="1280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6pPr>
      <a:lvl7pPr marL="1536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7pPr>
      <a:lvl8pPr marL="1792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8pPr>
      <a:lvl9pPr marL="20480000" algn="l" defTabSz="5120000" rtl="0" eaLnBrk="1" latinLnBrk="0" hangingPunct="1">
        <a:defRPr sz="10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7D87D8C-F9EC-65E3-EDA9-94FF47C14DE9}"/>
              </a:ext>
            </a:extLst>
          </p:cNvPr>
          <p:cNvGrpSpPr/>
          <p:nvPr/>
        </p:nvGrpSpPr>
        <p:grpSpPr>
          <a:xfrm>
            <a:off x="4975074" y="7621370"/>
            <a:ext cx="42056229" cy="16723781"/>
            <a:chOff x="975357" y="421221"/>
            <a:chExt cx="30053282" cy="11950773"/>
          </a:xfrm>
        </p:grpSpPr>
        <p:sp>
          <p:nvSpPr>
            <p:cNvPr id="100" name="Rectangle: Top Corners Rounded 99">
              <a:extLst>
                <a:ext uri="{FF2B5EF4-FFF2-40B4-BE49-F238E27FC236}">
                  <a16:creationId xmlns:a16="http://schemas.microsoft.com/office/drawing/2014/main" id="{D23E5D9E-1222-D900-9816-0F1EE1A1868B}"/>
                </a:ext>
              </a:extLst>
            </p:cNvPr>
            <p:cNvSpPr/>
            <p:nvPr/>
          </p:nvSpPr>
          <p:spPr>
            <a:xfrm rot="10800000">
              <a:off x="20371722" y="5994473"/>
              <a:ext cx="9803477" cy="5365023"/>
            </a:xfrm>
            <a:prstGeom prst="round2Same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11" dirty="0"/>
            </a:p>
          </p:txBody>
        </p:sp>
        <p:sp>
          <p:nvSpPr>
            <p:cNvPr id="98" name="Rectangle: Top Corners Rounded 97">
              <a:extLst>
                <a:ext uri="{FF2B5EF4-FFF2-40B4-BE49-F238E27FC236}">
                  <a16:creationId xmlns:a16="http://schemas.microsoft.com/office/drawing/2014/main" id="{FEB5FC99-9B14-337B-9F3E-638A5A1DE0F7}"/>
                </a:ext>
              </a:extLst>
            </p:cNvPr>
            <p:cNvSpPr/>
            <p:nvPr/>
          </p:nvSpPr>
          <p:spPr>
            <a:xfrm>
              <a:off x="975360" y="1292484"/>
              <a:ext cx="29199840" cy="4701995"/>
            </a:xfrm>
            <a:prstGeom prst="round2SameRect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11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E5CDF3B9-3FFB-25A9-9B0D-3C22BB8A0DB1}"/>
                </a:ext>
              </a:extLst>
            </p:cNvPr>
            <p:cNvSpPr/>
            <p:nvPr/>
          </p:nvSpPr>
          <p:spPr>
            <a:xfrm>
              <a:off x="24329842" y="2005450"/>
              <a:ext cx="4914471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360F520-C0E2-34B5-73C0-23C336594D0D}"/>
                </a:ext>
              </a:extLst>
            </p:cNvPr>
            <p:cNvSpPr/>
            <p:nvPr/>
          </p:nvSpPr>
          <p:spPr>
            <a:xfrm>
              <a:off x="7447878" y="2005450"/>
              <a:ext cx="4786104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Pre-processing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A6A2D29-D42A-1720-93F9-62C75B275275}"/>
                </a:ext>
              </a:extLst>
            </p:cNvPr>
            <p:cNvSpPr/>
            <p:nvPr/>
          </p:nvSpPr>
          <p:spPr>
            <a:xfrm>
              <a:off x="1818567" y="2005450"/>
              <a:ext cx="4786104" cy="299779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Base speech signal per each speaker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F6F37C-B740-89A0-213D-DAB24AA6E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0287" y="2202274"/>
              <a:ext cx="1102664" cy="607363"/>
            </a:xfrm>
            <a:prstGeom prst="rect">
              <a:avLst/>
            </a:prstGeom>
          </p:spPr>
        </p:pic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594C71E-451B-B630-C088-15D82456F3E6}"/>
                </a:ext>
              </a:extLst>
            </p:cNvPr>
            <p:cNvSpPr/>
            <p:nvPr/>
          </p:nvSpPr>
          <p:spPr>
            <a:xfrm>
              <a:off x="13077189" y="2019394"/>
              <a:ext cx="4786122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extraction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4889CE1-9C96-F4DA-C54F-C62208B408AD}"/>
                </a:ext>
              </a:extLst>
            </p:cNvPr>
            <p:cNvSpPr/>
            <p:nvPr/>
          </p:nvSpPr>
          <p:spPr>
            <a:xfrm>
              <a:off x="18706500" y="2022729"/>
              <a:ext cx="4780153" cy="2997790"/>
            </a:xfrm>
            <a:prstGeom prst="roundRect">
              <a:avLst/>
            </a:prstGeom>
            <a:solidFill>
              <a:srgbClr val="A3D4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Deep learning model with domain adaptation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21155033" y="6532306"/>
              <a:ext cx="8471527" cy="416415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Conector recto de flecha 38">
              <a:extLst>
                <a:ext uri="{FF2B5EF4-FFF2-40B4-BE49-F238E27FC236}">
                  <a16:creationId xmlns:a16="http://schemas.microsoft.com/office/drawing/2014/main" id="{5E40BD90-501D-5CE9-B720-AD6A4BEA50EC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>
              <a:off x="6604671" y="3504345"/>
              <a:ext cx="843207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54E51924-9E7E-ACB0-F0A3-E8B9CFCDCCD4}"/>
                </a:ext>
              </a:extLst>
            </p:cNvPr>
            <p:cNvCxnSpPr>
              <a:stCxn id="8" idx="3"/>
              <a:endCxn id="21" idx="1"/>
            </p:cNvCxnSpPr>
            <p:nvPr/>
          </p:nvCxnSpPr>
          <p:spPr>
            <a:xfrm>
              <a:off x="12233982" y="3504345"/>
              <a:ext cx="843207" cy="1394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50A18DF3-2122-72CC-893D-D0C6F05B9C00}"/>
                </a:ext>
              </a:extLst>
            </p:cNvPr>
            <p:cNvCxnSpPr>
              <a:stCxn id="21" idx="3"/>
              <a:endCxn id="13" idx="1"/>
            </p:cNvCxnSpPr>
            <p:nvPr/>
          </p:nvCxnSpPr>
          <p:spPr>
            <a:xfrm>
              <a:off x="17863311" y="3518289"/>
              <a:ext cx="843189" cy="3335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B13505FB-2A1A-9580-CA8D-330F88DFEA10}"/>
                </a:ext>
              </a:extLst>
            </p:cNvPr>
            <p:cNvCxnSpPr>
              <a:stCxn id="13" idx="3"/>
              <a:endCxn id="68" idx="1"/>
            </p:cNvCxnSpPr>
            <p:nvPr/>
          </p:nvCxnSpPr>
          <p:spPr>
            <a:xfrm flipV="1">
              <a:off x="23486653" y="3504345"/>
              <a:ext cx="843189" cy="17279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: Top Corners Rounded 99">
              <a:extLst>
                <a:ext uri="{FF2B5EF4-FFF2-40B4-BE49-F238E27FC236}">
                  <a16:creationId xmlns:a16="http://schemas.microsoft.com/office/drawing/2014/main" id="{6E5C2548-E6A9-5B6D-E361-E2D5F87DA675}"/>
                </a:ext>
              </a:extLst>
            </p:cNvPr>
            <p:cNvSpPr/>
            <p:nvPr/>
          </p:nvSpPr>
          <p:spPr>
            <a:xfrm rot="10800000">
              <a:off x="11745973" y="5994472"/>
              <a:ext cx="7658614" cy="5365024"/>
            </a:xfrm>
            <a:prstGeom prst="round2SameRect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11" dirty="0"/>
            </a:p>
          </p:txBody>
        </p:sp>
        <p:sp>
          <p:nvSpPr>
            <p:cNvPr id="65" name="Rectangle: Rounded Corners 120">
              <a:extLst>
                <a:ext uri="{FF2B5EF4-FFF2-40B4-BE49-F238E27FC236}">
                  <a16:creationId xmlns:a16="http://schemas.microsoft.com/office/drawing/2014/main" id="{EA693CB5-0209-DFB8-F613-0E6D5F6795DA}"/>
                </a:ext>
              </a:extLst>
            </p:cNvPr>
            <p:cNvSpPr/>
            <p:nvPr/>
          </p:nvSpPr>
          <p:spPr>
            <a:xfrm>
              <a:off x="12445834" y="6532305"/>
              <a:ext cx="6576171" cy="168797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wavelet transform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Rectangle: Rounded Corners 169">
              <a:extLst>
                <a:ext uri="{FF2B5EF4-FFF2-40B4-BE49-F238E27FC236}">
                  <a16:creationId xmlns:a16="http://schemas.microsoft.com/office/drawing/2014/main" id="{423DFD60-693B-D3C5-A6FC-00F22B7976B7}"/>
                </a:ext>
              </a:extLst>
            </p:cNvPr>
            <p:cNvSpPr/>
            <p:nvPr/>
          </p:nvSpPr>
          <p:spPr>
            <a:xfrm>
              <a:off x="12425821" y="8758109"/>
              <a:ext cx="6576171" cy="2223714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voice signal after applying DNN and WT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: Top Corners Rounded 99">
              <a:extLst>
                <a:ext uri="{FF2B5EF4-FFF2-40B4-BE49-F238E27FC236}">
                  <a16:creationId xmlns:a16="http://schemas.microsoft.com/office/drawing/2014/main" id="{8665969B-1107-1974-4D6D-B0DFBDA89047}"/>
                </a:ext>
              </a:extLst>
            </p:cNvPr>
            <p:cNvSpPr/>
            <p:nvPr/>
          </p:nvSpPr>
          <p:spPr>
            <a:xfrm rot="10800000">
              <a:off x="975357" y="5994473"/>
              <a:ext cx="9803478" cy="5365025"/>
            </a:xfrm>
            <a:prstGeom prst="round2SameRect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11" dirty="0"/>
            </a:p>
          </p:txBody>
        </p:sp>
        <p:sp>
          <p:nvSpPr>
            <p:cNvPr id="214" name="Rectangle: Rounded Corners 213">
              <a:extLst>
                <a:ext uri="{FF2B5EF4-FFF2-40B4-BE49-F238E27FC236}">
                  <a16:creationId xmlns:a16="http://schemas.microsoft.com/office/drawing/2014/main" id="{B2920EE0-AF27-90C0-5457-EED4CC4851D9}"/>
                </a:ext>
              </a:extLst>
            </p:cNvPr>
            <p:cNvSpPr/>
            <p:nvPr/>
          </p:nvSpPr>
          <p:spPr>
            <a:xfrm>
              <a:off x="1303842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Speaker identification model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: Rounded Corners 213">
              <a:extLst>
                <a:ext uri="{FF2B5EF4-FFF2-40B4-BE49-F238E27FC236}">
                  <a16:creationId xmlns:a16="http://schemas.microsoft.com/office/drawing/2014/main" id="{DD1C7F70-8A93-7F17-90CA-89F78E033758}"/>
                </a:ext>
              </a:extLst>
            </p:cNvPr>
            <p:cNvSpPr/>
            <p:nvPr/>
          </p:nvSpPr>
          <p:spPr>
            <a:xfrm>
              <a:off x="6145409" y="6707445"/>
              <a:ext cx="4262020" cy="3780788"/>
            </a:xfrm>
            <a:prstGeom prst="roundRect">
              <a:avLst/>
            </a:prstGeom>
            <a:solidFill>
              <a:srgbClr val="C5A1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11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Automatic speech recognizer</a:t>
              </a:r>
              <a:endPara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1" name="Conector: angular 80">
              <a:extLst>
                <a:ext uri="{FF2B5EF4-FFF2-40B4-BE49-F238E27FC236}">
                  <a16:creationId xmlns:a16="http://schemas.microsoft.com/office/drawing/2014/main" id="{EFBDD48C-FB56-3E86-E757-5EA114EFA080}"/>
                </a:ext>
              </a:extLst>
            </p:cNvPr>
            <p:cNvCxnSpPr>
              <a:cxnSpLocks/>
              <a:stCxn id="68" idx="2"/>
              <a:endCxn id="64" idx="1"/>
            </p:cNvCxnSpPr>
            <p:nvPr/>
          </p:nvCxnSpPr>
          <p:spPr>
            <a:xfrm rot="5400000">
              <a:off x="20685563" y="-107043"/>
              <a:ext cx="991232" cy="11211798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75925013-4A29-0185-9E62-37DF0CD479A0}"/>
                </a:ext>
              </a:extLst>
            </p:cNvPr>
            <p:cNvCxnSpPr>
              <a:stCxn id="65" idx="2"/>
            </p:cNvCxnSpPr>
            <p:nvPr/>
          </p:nvCxnSpPr>
          <p:spPr>
            <a:xfrm flipH="1">
              <a:off x="15733919" y="8220284"/>
              <a:ext cx="1" cy="593914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de flecha 113">
              <a:extLst>
                <a:ext uri="{FF2B5EF4-FFF2-40B4-BE49-F238E27FC236}">
                  <a16:creationId xmlns:a16="http://schemas.microsoft.com/office/drawing/2014/main" id="{8C59BA28-6447-4CA3-72D3-CC7AC1E83F3D}"/>
                </a:ext>
              </a:extLst>
            </p:cNvPr>
            <p:cNvCxnSpPr>
              <a:cxnSpLocks/>
              <a:stCxn id="64" idx="2"/>
              <a:endCxn id="100" idx="0"/>
            </p:cNvCxnSpPr>
            <p:nvPr/>
          </p:nvCxnSpPr>
          <p:spPr>
            <a:xfrm>
              <a:off x="19404587" y="8676984"/>
              <a:ext cx="967135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Conector recto de flecha 121">
              <a:extLst>
                <a:ext uri="{FF2B5EF4-FFF2-40B4-BE49-F238E27FC236}">
                  <a16:creationId xmlns:a16="http://schemas.microsoft.com/office/drawing/2014/main" id="{08C8DA65-D307-1C5C-D100-E50DE743E4C8}"/>
                </a:ext>
              </a:extLst>
            </p:cNvPr>
            <p:cNvCxnSpPr>
              <a:stCxn id="64" idx="0"/>
            </p:cNvCxnSpPr>
            <p:nvPr/>
          </p:nvCxnSpPr>
          <p:spPr>
            <a:xfrm flipH="1">
              <a:off x="10778835" y="8676984"/>
              <a:ext cx="967138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Conector: angular 125">
              <a:extLst>
                <a:ext uri="{FF2B5EF4-FFF2-40B4-BE49-F238E27FC236}">
                  <a16:creationId xmlns:a16="http://schemas.microsoft.com/office/drawing/2014/main" id="{5584F43D-10FF-1E69-DC3C-68C96A117162}"/>
                </a:ext>
              </a:extLst>
            </p:cNvPr>
            <p:cNvCxnSpPr>
              <a:stCxn id="68" idx="2"/>
              <a:endCxn id="69" idx="1"/>
            </p:cNvCxnSpPr>
            <p:nvPr/>
          </p:nvCxnSpPr>
          <p:spPr>
            <a:xfrm rot="5400000">
              <a:off x="15836471" y="-4956135"/>
              <a:ext cx="991233" cy="20909982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ector: angular 131">
              <a:extLst>
                <a:ext uri="{FF2B5EF4-FFF2-40B4-BE49-F238E27FC236}">
                  <a16:creationId xmlns:a16="http://schemas.microsoft.com/office/drawing/2014/main" id="{06BCFDEF-8B4E-31BA-AE9E-82498F310127}"/>
                </a:ext>
              </a:extLst>
            </p:cNvPr>
            <p:cNvCxnSpPr>
              <a:stCxn id="8" idx="0"/>
              <a:endCxn id="69" idx="0"/>
            </p:cNvCxnSpPr>
            <p:nvPr/>
          </p:nvCxnSpPr>
          <p:spPr>
            <a:xfrm rot="16200000" flipH="1" flipV="1">
              <a:off x="2072376" y="908430"/>
              <a:ext cx="6671535" cy="8865573"/>
            </a:xfrm>
            <a:prstGeom prst="bentConnector4">
              <a:avLst>
                <a:gd name="adj1" fmla="val -18503"/>
                <a:gd name="adj2" fmla="val 103954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D61D9ABC-C7D3-31C2-394D-28E9EEC0876A}"/>
                </a:ext>
              </a:extLst>
            </p:cNvPr>
            <p:cNvSpPr/>
            <p:nvPr/>
          </p:nvSpPr>
          <p:spPr>
            <a:xfrm>
              <a:off x="9942117" y="10665114"/>
              <a:ext cx="1706880" cy="1706880"/>
            </a:xfrm>
            <a:prstGeom prst="ellipse">
              <a:avLst/>
            </a:prstGeom>
            <a:solidFill>
              <a:srgbClr val="E0DDFF"/>
            </a:solidFill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1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644D60B0-80D0-F2B4-2F68-F66092200351}"/>
                </a:ext>
              </a:extLst>
            </p:cNvPr>
            <p:cNvSpPr/>
            <p:nvPr/>
          </p:nvSpPr>
          <p:spPr>
            <a:xfrm>
              <a:off x="29321759" y="421221"/>
              <a:ext cx="1706880" cy="1706880"/>
            </a:xfrm>
            <a:prstGeom prst="ellipse">
              <a:avLst/>
            </a:prstGeom>
            <a:solidFill>
              <a:srgbClr val="DEFAE6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1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DDFF20C-6802-E897-977D-E7460292E429}"/>
                </a:ext>
              </a:extLst>
            </p:cNvPr>
            <p:cNvSpPr/>
            <p:nvPr/>
          </p:nvSpPr>
          <p:spPr>
            <a:xfrm>
              <a:off x="29321759" y="10646919"/>
              <a:ext cx="1706880" cy="17068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1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C96550F-616F-0B37-830F-4776A2E782A3}"/>
                </a:ext>
              </a:extLst>
            </p:cNvPr>
            <p:cNvSpPr/>
            <p:nvPr/>
          </p:nvSpPr>
          <p:spPr>
            <a:xfrm>
              <a:off x="18565951" y="10643848"/>
              <a:ext cx="1706880" cy="1706880"/>
            </a:xfrm>
            <a:prstGeom prst="ellipse">
              <a:avLst/>
            </a:prstGeom>
            <a:solidFill>
              <a:srgbClr val="FFF6DC"/>
            </a:solidFill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MX" sz="601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7823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16248873" y="23160678"/>
            <a:ext cx="9894311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16981545" y="15023788"/>
            <a:ext cx="5486395" cy="13519722"/>
          </a:xfrm>
          <a:prstGeom prst="round2SameRect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7110761" y="9666600"/>
            <a:ext cx="5227981" cy="13519722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8094243" y="5422114"/>
            <a:ext cx="3775361" cy="13005349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6642556" y="10037114"/>
            <a:ext cx="9220934" cy="14483091"/>
          </a:xfrm>
          <a:prstGeom prst="round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394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7270654" y="21631310"/>
            <a:ext cx="7845067" cy="1801486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7148491" y="14053933"/>
            <a:ext cx="7845067" cy="1800007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7270654" y="16578724"/>
            <a:ext cx="7845067" cy="1801486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7270654" y="19105008"/>
            <a:ext cx="7845067" cy="1801486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6214584" y="10687306"/>
            <a:ext cx="9868818" cy="25059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6207976" y="14416996"/>
            <a:ext cx="9868818" cy="1429782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6214598" y="16329709"/>
            <a:ext cx="9870221" cy="2234679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16190484" y="19443340"/>
            <a:ext cx="9894311" cy="1397293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16207966" y="21161670"/>
            <a:ext cx="9894311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7149174" y="11529138"/>
            <a:ext cx="7844394" cy="1800007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089" y="10289864"/>
            <a:ext cx="1557889" cy="891632"/>
          </a:xfrm>
          <a:prstGeom prst="rect">
            <a:avLst/>
          </a:prstGeom>
        </p:spPr>
      </p:pic>
      <p:sp>
        <p:nvSpPr>
          <p:cNvPr id="160" name="Rectangle: Rounded Corners 213">
            <a:extLst>
              <a:ext uri="{FF2B5EF4-FFF2-40B4-BE49-F238E27FC236}">
                <a16:creationId xmlns:a16="http://schemas.microsoft.com/office/drawing/2014/main" id="{397F09CC-6EA5-CE21-EF85-C48A0B22265B}"/>
              </a:ext>
            </a:extLst>
          </p:cNvPr>
          <p:cNvSpPr/>
          <p:nvPr/>
        </p:nvSpPr>
        <p:spPr>
          <a:xfrm>
            <a:off x="16207966" y="22907203"/>
            <a:ext cx="9894311" cy="1366178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26002516" y="18942349"/>
            <a:ext cx="1189238" cy="1150672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6098282" y="10037100"/>
            <a:ext cx="1189238" cy="1150672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6002516" y="10030824"/>
            <a:ext cx="1189238" cy="11506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6002516" y="13812461"/>
            <a:ext cx="1189238" cy="1150672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11" name="Conector recto de flecha 110">
            <a:extLst>
              <a:ext uri="{FF2B5EF4-FFF2-40B4-BE49-F238E27FC236}">
                <a16:creationId xmlns:a16="http://schemas.microsoft.com/office/drawing/2014/main" id="{F340DFE0-4A93-8213-A9D8-A0E728E2D75E}"/>
              </a:ext>
            </a:extLst>
          </p:cNvPr>
          <p:cNvCxnSpPr>
            <a:cxnSpLocks/>
          </p:cNvCxnSpPr>
          <p:nvPr/>
        </p:nvCxnSpPr>
        <p:spPr>
          <a:xfrm>
            <a:off x="11020765" y="13329136"/>
            <a:ext cx="0" cy="72479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de flecha 112">
            <a:extLst>
              <a:ext uri="{FF2B5EF4-FFF2-40B4-BE49-F238E27FC236}">
                <a16:creationId xmlns:a16="http://schemas.microsoft.com/office/drawing/2014/main" id="{93FFE146-8C11-06DF-5BF6-72304401D844}"/>
              </a:ext>
            </a:extLst>
          </p:cNvPr>
          <p:cNvCxnSpPr>
            <a:cxnSpLocks/>
          </p:cNvCxnSpPr>
          <p:nvPr/>
        </p:nvCxnSpPr>
        <p:spPr>
          <a:xfrm>
            <a:off x="11020765" y="15853950"/>
            <a:ext cx="0" cy="72479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2EB0116F-C287-1C5E-6E11-BA8614B0BD1A}"/>
              </a:ext>
            </a:extLst>
          </p:cNvPr>
          <p:cNvCxnSpPr>
            <a:cxnSpLocks/>
          </p:cNvCxnSpPr>
          <p:nvPr/>
        </p:nvCxnSpPr>
        <p:spPr>
          <a:xfrm>
            <a:off x="11020765" y="18380224"/>
            <a:ext cx="0" cy="72479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cto de flecha 122">
            <a:extLst>
              <a:ext uri="{FF2B5EF4-FFF2-40B4-BE49-F238E27FC236}">
                <a16:creationId xmlns:a16="http://schemas.microsoft.com/office/drawing/2014/main" id="{35D1AD05-9408-A5F4-5166-A5E86000FF15}"/>
              </a:ext>
            </a:extLst>
          </p:cNvPr>
          <p:cNvCxnSpPr>
            <a:cxnSpLocks/>
          </p:cNvCxnSpPr>
          <p:nvPr/>
        </p:nvCxnSpPr>
        <p:spPr>
          <a:xfrm>
            <a:off x="11020765" y="20906526"/>
            <a:ext cx="0" cy="72479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: angular 126">
            <a:extLst>
              <a:ext uri="{FF2B5EF4-FFF2-40B4-BE49-F238E27FC236}">
                <a16:creationId xmlns:a16="http://schemas.microsoft.com/office/drawing/2014/main" id="{A7971A53-A54B-BFED-548E-6E84FDC14DDE}"/>
              </a:ext>
            </a:extLst>
          </p:cNvPr>
          <p:cNvCxnSpPr>
            <a:cxnSpLocks/>
            <a:stCxn id="40" idx="1"/>
            <a:endCxn id="138" idx="2"/>
          </p:cNvCxnSpPr>
          <p:nvPr/>
        </p:nvCxnSpPr>
        <p:spPr>
          <a:xfrm rot="10800000" flipH="1" flipV="1">
            <a:off x="7149174" y="12429142"/>
            <a:ext cx="14046855" cy="12097714"/>
          </a:xfrm>
          <a:prstGeom prst="bentConnector4">
            <a:avLst>
              <a:gd name="adj1" fmla="val -5466"/>
              <a:gd name="adj2" fmla="val 10440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ector: angular 150">
            <a:extLst>
              <a:ext uri="{FF2B5EF4-FFF2-40B4-BE49-F238E27FC236}">
                <a16:creationId xmlns:a16="http://schemas.microsoft.com/office/drawing/2014/main" id="{89EF4E68-6814-FB5C-41EC-27EAD5EB4B82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5115712" y="11940290"/>
            <a:ext cx="1098843" cy="10591739"/>
          </a:xfrm>
          <a:prstGeom prst="bentConnector3">
            <a:avLst>
              <a:gd name="adj1" fmla="val 2866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recto de flecha 153">
            <a:extLst>
              <a:ext uri="{FF2B5EF4-FFF2-40B4-BE49-F238E27FC236}">
                <a16:creationId xmlns:a16="http://schemas.microsoft.com/office/drawing/2014/main" id="{2355F78D-1018-D4A1-FF6B-9A1F7822F494}"/>
              </a:ext>
            </a:extLst>
          </p:cNvPr>
          <p:cNvCxnSpPr/>
          <p:nvPr/>
        </p:nvCxnSpPr>
        <p:spPr>
          <a:xfrm>
            <a:off x="15115717" y="22537419"/>
            <a:ext cx="74775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1C558F54-C862-E790-2189-76F063A04264}"/>
              </a:ext>
            </a:extLst>
          </p:cNvPr>
          <p:cNvCxnSpPr>
            <a:cxnSpLocks/>
            <a:stCxn id="102" idx="2"/>
            <a:endCxn id="65" idx="0"/>
          </p:cNvCxnSpPr>
          <p:nvPr/>
        </p:nvCxnSpPr>
        <p:spPr>
          <a:xfrm flipH="1">
            <a:off x="21142361" y="13193298"/>
            <a:ext cx="6617" cy="12237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ector recto de flecha 164">
            <a:extLst>
              <a:ext uri="{FF2B5EF4-FFF2-40B4-BE49-F238E27FC236}">
                <a16:creationId xmlns:a16="http://schemas.microsoft.com/office/drawing/2014/main" id="{16C7995B-6672-216C-1EB5-D0AF69D84C63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21142361" y="15846816"/>
            <a:ext cx="7319" cy="4829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de flecha 166">
            <a:extLst>
              <a:ext uri="{FF2B5EF4-FFF2-40B4-BE49-F238E27FC236}">
                <a16:creationId xmlns:a16="http://schemas.microsoft.com/office/drawing/2014/main" id="{8E5F69E3-7FFE-152A-6838-E9EE1B82AA06}"/>
              </a:ext>
            </a:extLst>
          </p:cNvPr>
          <p:cNvCxnSpPr>
            <a:stCxn id="170" idx="2"/>
          </p:cNvCxnSpPr>
          <p:nvPr/>
        </p:nvCxnSpPr>
        <p:spPr>
          <a:xfrm flipH="1">
            <a:off x="21142361" y="18564402"/>
            <a:ext cx="7319" cy="54063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ector: angular 168">
            <a:extLst>
              <a:ext uri="{FF2B5EF4-FFF2-40B4-BE49-F238E27FC236}">
                <a16:creationId xmlns:a16="http://schemas.microsoft.com/office/drawing/2014/main" id="{7C8F7F34-AB3D-19BD-94A7-93108C2F53D2}"/>
              </a:ext>
            </a:extLst>
          </p:cNvPr>
          <p:cNvCxnSpPr>
            <a:stCxn id="170" idx="3"/>
            <a:endCxn id="102" idx="3"/>
          </p:cNvCxnSpPr>
          <p:nvPr/>
        </p:nvCxnSpPr>
        <p:spPr>
          <a:xfrm flipH="1" flipV="1">
            <a:off x="26083415" y="11940309"/>
            <a:ext cx="1413" cy="5506749"/>
          </a:xfrm>
          <a:prstGeom prst="bentConnector3">
            <a:avLst>
              <a:gd name="adj1" fmla="val -8427004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90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5400000">
            <a:off x="24076682" y="11199470"/>
            <a:ext cx="10293450" cy="8135221"/>
          </a:xfrm>
          <a:prstGeom prst="round2SameRect">
            <a:avLst>
              <a:gd name="adj1" fmla="val 6878"/>
              <a:gd name="adj2" fmla="val 0"/>
            </a:avLst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5400000">
            <a:off x="17800814" y="5798782"/>
            <a:ext cx="3777229" cy="12420376"/>
          </a:xfrm>
          <a:prstGeom prst="round2SameRect">
            <a:avLst>
              <a:gd name="adj1" fmla="val 8218"/>
              <a:gd name="adj2" fmla="val 0"/>
            </a:avLst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138" name="Rectangle: Rounded Corners 213">
            <a:extLst>
              <a:ext uri="{FF2B5EF4-FFF2-40B4-BE49-F238E27FC236}">
                <a16:creationId xmlns:a16="http://schemas.microsoft.com/office/drawing/2014/main" id="{B590F295-6E67-3FED-FEDD-9FB12E7FB75D}"/>
              </a:ext>
            </a:extLst>
          </p:cNvPr>
          <p:cNvSpPr/>
          <p:nvPr/>
        </p:nvSpPr>
        <p:spPr>
          <a:xfrm>
            <a:off x="26427555" y="17269492"/>
            <a:ext cx="6398865" cy="2216477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5400000">
            <a:off x="16637462" y="11151629"/>
            <a:ext cx="6516222" cy="12008096"/>
          </a:xfrm>
          <a:prstGeom prst="round2SameRect">
            <a:avLst>
              <a:gd name="adj1" fmla="val 6051"/>
              <a:gd name="adj2" fmla="val 0"/>
            </a:avLst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394" dirty="0"/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9DC8FCDE-825E-F7A5-EB2C-F6E908F482B0}"/>
              </a:ext>
            </a:extLst>
          </p:cNvPr>
          <p:cNvSpPr/>
          <p:nvPr/>
        </p:nvSpPr>
        <p:spPr>
          <a:xfrm>
            <a:off x="6552431" y="10037123"/>
            <a:ext cx="9029659" cy="10459915"/>
          </a:xfrm>
          <a:prstGeom prst="roundRect">
            <a:avLst>
              <a:gd name="adj" fmla="val 4533"/>
            </a:avLst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5394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7113177" y="18922796"/>
            <a:ext cx="7845067" cy="104399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7130848" y="13442762"/>
            <a:ext cx="7845067" cy="104454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7148491" y="15010341"/>
            <a:ext cx="7845067" cy="1044540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7096179" y="16548074"/>
            <a:ext cx="7844394" cy="1801486"/>
          </a:xfrm>
          <a:prstGeom prst="roundRect">
            <a:avLst/>
          </a:prstGeom>
          <a:solidFill>
            <a:srgbClr val="A3D4A2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BA9B795-58B2-33D3-6B42-2349FB897DEB}"/>
              </a:ext>
            </a:extLst>
          </p:cNvPr>
          <p:cNvSpPr/>
          <p:nvPr/>
        </p:nvSpPr>
        <p:spPr>
          <a:xfrm>
            <a:off x="16035961" y="10726536"/>
            <a:ext cx="9459544" cy="250596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the quality of the voice signal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16110030" y="15010341"/>
            <a:ext cx="9385484" cy="1044540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16110044" y="17086503"/>
            <a:ext cx="9386887" cy="2234679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26353505" y="10703755"/>
            <a:ext cx="6472916" cy="2266940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213">
            <a:extLst>
              <a:ext uri="{FF2B5EF4-FFF2-40B4-BE49-F238E27FC236}">
                <a16:creationId xmlns:a16="http://schemas.microsoft.com/office/drawing/2014/main" id="{DD1C7F70-8A93-7F17-90CA-89F78E033758}"/>
              </a:ext>
            </a:extLst>
          </p:cNvPr>
          <p:cNvSpPr/>
          <p:nvPr/>
        </p:nvSpPr>
        <p:spPr>
          <a:xfrm>
            <a:off x="26427555" y="14011859"/>
            <a:ext cx="6398865" cy="2216477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7">
            <a:extLst>
              <a:ext uri="{FF2B5EF4-FFF2-40B4-BE49-F238E27FC236}">
                <a16:creationId xmlns:a16="http://schemas.microsoft.com/office/drawing/2014/main" id="{F9BBC97E-143E-6FB7-7247-8E1E60A32127}"/>
              </a:ext>
            </a:extLst>
          </p:cNvPr>
          <p:cNvSpPr/>
          <p:nvPr/>
        </p:nvSpPr>
        <p:spPr>
          <a:xfrm>
            <a:off x="7149174" y="11257120"/>
            <a:ext cx="7844394" cy="1800007"/>
          </a:xfrm>
          <a:prstGeom prst="roundRect">
            <a:avLst/>
          </a:prstGeom>
          <a:solidFill>
            <a:srgbClr val="DEFAE6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394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speech signal per each speaker</a:t>
            </a:r>
            <a:endParaRPr lang="es-MX" sz="5394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0490005" y="10477573"/>
            <a:ext cx="1162030" cy="665081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83DDB73B-7820-16D8-235E-D26571D88C96}"/>
              </a:ext>
            </a:extLst>
          </p:cNvPr>
          <p:cNvSpPr/>
          <p:nvPr/>
        </p:nvSpPr>
        <p:spPr>
          <a:xfrm>
            <a:off x="32644342" y="9662552"/>
            <a:ext cx="1189238" cy="1150672"/>
          </a:xfrm>
          <a:prstGeom prst="ellipse">
            <a:avLst/>
          </a:prstGeom>
          <a:solidFill>
            <a:srgbClr val="E0DDFF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F4019CB-913B-D808-47EF-89E782238ABB}"/>
              </a:ext>
            </a:extLst>
          </p:cNvPr>
          <p:cNvSpPr/>
          <p:nvPr/>
        </p:nvSpPr>
        <p:spPr>
          <a:xfrm>
            <a:off x="6148329" y="9662552"/>
            <a:ext cx="1189238" cy="1150672"/>
          </a:xfrm>
          <a:prstGeom prst="ellipse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BE7C9E6A-E374-3ACE-2C2A-1621608F87EC}"/>
              </a:ext>
            </a:extLst>
          </p:cNvPr>
          <p:cNvSpPr/>
          <p:nvPr/>
        </p:nvSpPr>
        <p:spPr>
          <a:xfrm>
            <a:off x="24858366" y="9662552"/>
            <a:ext cx="1189238" cy="11506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A581B2A-35E6-FF23-EDA3-5BD6E58E955D}"/>
              </a:ext>
            </a:extLst>
          </p:cNvPr>
          <p:cNvSpPr/>
          <p:nvPr/>
        </p:nvSpPr>
        <p:spPr>
          <a:xfrm>
            <a:off x="24858366" y="13442748"/>
            <a:ext cx="1189238" cy="1150672"/>
          </a:xfrm>
          <a:prstGeom prst="ellipse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5EF1557-95A5-3C3D-9DD9-9DD073D942FC}"/>
              </a:ext>
            </a:extLst>
          </p:cNvPr>
          <p:cNvCxnSpPr>
            <a:cxnSpLocks/>
            <a:stCxn id="8" idx="2"/>
            <a:endCxn id="21" idx="0"/>
          </p:cNvCxnSpPr>
          <p:nvPr/>
        </p:nvCxnSpPr>
        <p:spPr>
          <a:xfrm>
            <a:off x="11053387" y="14487288"/>
            <a:ext cx="17652" cy="5230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FA9E319C-65CB-FE3C-AC11-E3EB86DCEAD1}"/>
              </a:ext>
            </a:extLst>
          </p:cNvPr>
          <p:cNvCxnSpPr>
            <a:cxnSpLocks/>
          </p:cNvCxnSpPr>
          <p:nvPr/>
        </p:nvCxnSpPr>
        <p:spPr>
          <a:xfrm>
            <a:off x="11053387" y="16049339"/>
            <a:ext cx="17652" cy="5230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C0672EA7-9F5F-372F-6D58-9B9750D3A943}"/>
              </a:ext>
            </a:extLst>
          </p:cNvPr>
          <p:cNvCxnSpPr>
            <a:cxnSpLocks/>
          </p:cNvCxnSpPr>
          <p:nvPr/>
        </p:nvCxnSpPr>
        <p:spPr>
          <a:xfrm>
            <a:off x="11032938" y="18361064"/>
            <a:ext cx="17652" cy="52307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C00F3983-F7BD-FA4C-F75E-6F18C30EA51C}"/>
              </a:ext>
            </a:extLst>
          </p:cNvPr>
          <p:cNvCxnSpPr>
            <a:stCxn id="40" idx="1"/>
            <a:endCxn id="69" idx="0"/>
          </p:cNvCxnSpPr>
          <p:nvPr/>
        </p:nvCxnSpPr>
        <p:spPr>
          <a:xfrm rot="10800000" flipH="1" flipV="1">
            <a:off x="7149197" y="12157124"/>
            <a:ext cx="22074219" cy="8256692"/>
          </a:xfrm>
          <a:prstGeom prst="bentConnector4">
            <a:avLst>
              <a:gd name="adj1" fmla="val -3660"/>
              <a:gd name="adj2" fmla="val 10668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8051CCF2-76CC-AAC4-7728-B3B90CFF108E}"/>
              </a:ext>
            </a:extLst>
          </p:cNvPr>
          <p:cNvCxnSpPr>
            <a:stCxn id="68" idx="3"/>
            <a:endCxn id="102" idx="1"/>
          </p:cNvCxnSpPr>
          <p:nvPr/>
        </p:nvCxnSpPr>
        <p:spPr>
          <a:xfrm flipV="1">
            <a:off x="14958253" y="11979548"/>
            <a:ext cx="1077721" cy="7465276"/>
          </a:xfrm>
          <a:prstGeom prst="bentConnector3">
            <a:avLst>
              <a:gd name="adj1" fmla="val 3585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37C39964-8489-1E4E-2D05-342F509B3D36}"/>
              </a:ext>
            </a:extLst>
          </p:cNvPr>
          <p:cNvCxnSpPr>
            <a:stCxn id="68" idx="2"/>
          </p:cNvCxnSpPr>
          <p:nvPr/>
        </p:nvCxnSpPr>
        <p:spPr>
          <a:xfrm>
            <a:off x="11035716" y="19966833"/>
            <a:ext cx="26488" cy="97276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AED09CEE-F43D-8001-E3B7-7A5386FAA8DF}"/>
              </a:ext>
            </a:extLst>
          </p:cNvPr>
          <p:cNvCxnSpPr>
            <a:stCxn id="170" idx="3"/>
          </p:cNvCxnSpPr>
          <p:nvPr/>
        </p:nvCxnSpPr>
        <p:spPr>
          <a:xfrm flipH="1" flipV="1">
            <a:off x="25453004" y="11979534"/>
            <a:ext cx="43941" cy="6224314"/>
          </a:xfrm>
          <a:prstGeom prst="bentConnector4">
            <a:avLst>
              <a:gd name="adj1" fmla="val -1534120"/>
              <a:gd name="adj2" fmla="val 100073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59ED8728-72C2-1DF6-8EA7-44C7EB0FDB3D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20802753" y="13113785"/>
            <a:ext cx="0" cy="18965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9C8486AE-8954-8BF4-CCE2-CC7F6B4B5E63}"/>
              </a:ext>
            </a:extLst>
          </p:cNvPr>
          <p:cNvCxnSpPr>
            <a:stCxn id="170" idx="2"/>
          </p:cNvCxnSpPr>
          <p:nvPr/>
        </p:nvCxnSpPr>
        <p:spPr>
          <a:xfrm rot="5400000">
            <a:off x="19993945" y="20130037"/>
            <a:ext cx="1618383" cy="702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1F8F25BD-CEAD-6A06-82D5-1ADB9109ACAF}"/>
              </a:ext>
            </a:extLst>
          </p:cNvPr>
          <p:cNvCxnSpPr>
            <a:stCxn id="65" idx="2"/>
            <a:endCxn id="170" idx="0"/>
          </p:cNvCxnSpPr>
          <p:nvPr/>
        </p:nvCxnSpPr>
        <p:spPr>
          <a:xfrm>
            <a:off x="20802782" y="16054876"/>
            <a:ext cx="702" cy="103161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75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: Top Corners Rounded 99">
            <a:extLst>
              <a:ext uri="{FF2B5EF4-FFF2-40B4-BE49-F238E27FC236}">
                <a16:creationId xmlns:a16="http://schemas.microsoft.com/office/drawing/2014/main" id="{6E5C2548-E6A9-5B6D-E361-E2D5F87DA675}"/>
              </a:ext>
            </a:extLst>
          </p:cNvPr>
          <p:cNvSpPr/>
          <p:nvPr/>
        </p:nvSpPr>
        <p:spPr>
          <a:xfrm rot="10800000">
            <a:off x="21729770" y="16559370"/>
            <a:ext cx="19134423" cy="5040972"/>
          </a:xfrm>
          <a:prstGeom prst="round2SameRect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65" name="Rectangle: Rounded Corners 120">
            <a:extLst>
              <a:ext uri="{FF2B5EF4-FFF2-40B4-BE49-F238E27FC236}">
                <a16:creationId xmlns:a16="http://schemas.microsoft.com/office/drawing/2014/main" id="{EA693CB5-0209-DFB8-F613-0E6D5F6795DA}"/>
              </a:ext>
            </a:extLst>
          </p:cNvPr>
          <p:cNvSpPr/>
          <p:nvPr/>
        </p:nvSpPr>
        <p:spPr>
          <a:xfrm>
            <a:off x="24495948" y="17191867"/>
            <a:ext cx="6576175" cy="3775949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resultados del modelo propuesto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903072F-F620-CB7F-9CBC-0BCB7D8C5AAA}"/>
              </a:ext>
            </a:extLst>
          </p:cNvPr>
          <p:cNvSpPr/>
          <p:nvPr/>
        </p:nvSpPr>
        <p:spPr>
          <a:xfrm>
            <a:off x="39933332" y="20546028"/>
            <a:ext cx="1706882" cy="1706882"/>
          </a:xfrm>
          <a:prstGeom prst="ellipse">
            <a:avLst/>
          </a:prstGeom>
          <a:solidFill>
            <a:srgbClr val="6FDCE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69" name="Rectangle: Top Corners Rounded 99">
            <a:extLst>
              <a:ext uri="{FF2B5EF4-FFF2-40B4-BE49-F238E27FC236}">
                <a16:creationId xmlns:a16="http://schemas.microsoft.com/office/drawing/2014/main" id="{8665969B-1107-1974-4D6D-B0DFBDA89047}"/>
              </a:ext>
            </a:extLst>
          </p:cNvPr>
          <p:cNvSpPr/>
          <p:nvPr/>
        </p:nvSpPr>
        <p:spPr>
          <a:xfrm rot="10800000">
            <a:off x="11435784" y="16237182"/>
            <a:ext cx="11178541" cy="5365028"/>
          </a:xfrm>
          <a:prstGeom prst="round2SameRect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12944405" y="17244061"/>
            <a:ext cx="8886118" cy="3780793"/>
          </a:xfrm>
          <a:prstGeom prst="roundRect">
            <a:avLst/>
          </a:prstGeom>
          <a:solidFill>
            <a:srgbClr val="C5A1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del modelo de inteligencia artificial basado en la atención para identificar trastornos mentales, identificación de emociones y lenguaje de odio del discurso hablado</a:t>
            </a: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D76A2071-1591-8EA5-2233-DA0AE0C61C20}"/>
              </a:ext>
            </a:extLst>
          </p:cNvPr>
          <p:cNvSpPr/>
          <p:nvPr/>
        </p:nvSpPr>
        <p:spPr>
          <a:xfrm>
            <a:off x="21760420" y="20546028"/>
            <a:ext cx="1706882" cy="1706882"/>
          </a:xfrm>
          <a:prstGeom prst="ellipse">
            <a:avLst/>
          </a:prstGeom>
          <a:solidFill>
            <a:srgbClr val="E0DDFF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11664368" y="11829053"/>
            <a:ext cx="29199835" cy="4702004"/>
          </a:xfrm>
          <a:prstGeom prst="round2SameRect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35018845" y="12542039"/>
            <a:ext cx="4914477" cy="2997786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División del conjunto de datos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18136896" y="12542039"/>
            <a:ext cx="4786104" cy="2997786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 de audio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12507585" y="12542039"/>
            <a:ext cx="4786104" cy="299778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audio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301" y="12738892"/>
            <a:ext cx="1102654" cy="607356"/>
          </a:xfrm>
          <a:prstGeom prst="rect">
            <a:avLst/>
          </a:prstGeom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23766206" y="12555984"/>
            <a:ext cx="4786113" cy="2997786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29395508" y="12559312"/>
            <a:ext cx="4780150" cy="2997786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conjunto de datos categorizado</a:t>
            </a:r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5E40BD90-501D-5CE9-B720-AD6A4BEA50EC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7293674" y="14040922"/>
            <a:ext cx="8432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54E51924-9E7E-ACB0-F0A3-E8B9CFCDCCD4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22922975" y="14040955"/>
            <a:ext cx="843207" cy="1394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0A18DF3-2122-72CC-893D-D0C6F05B9C00}"/>
              </a:ext>
            </a:extLst>
          </p:cNvPr>
          <p:cNvCxnSpPr>
            <a:stCxn id="21" idx="3"/>
            <a:endCxn id="13" idx="1"/>
          </p:cNvCxnSpPr>
          <p:nvPr/>
        </p:nvCxnSpPr>
        <p:spPr>
          <a:xfrm>
            <a:off x="28552339" y="14054891"/>
            <a:ext cx="843188" cy="333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B13505FB-2A1A-9580-CA8D-330F88DFEA10}"/>
              </a:ext>
            </a:extLst>
          </p:cNvPr>
          <p:cNvCxnSpPr>
            <a:stCxn id="13" idx="3"/>
            <a:endCxn id="68" idx="1"/>
          </p:cNvCxnSpPr>
          <p:nvPr/>
        </p:nvCxnSpPr>
        <p:spPr>
          <a:xfrm flipV="1">
            <a:off x="34175658" y="14040959"/>
            <a:ext cx="843188" cy="1728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10E7B7C2-7D37-FF6F-8FCB-09CA9655454E}"/>
              </a:ext>
            </a:extLst>
          </p:cNvPr>
          <p:cNvSpPr/>
          <p:nvPr/>
        </p:nvSpPr>
        <p:spPr>
          <a:xfrm>
            <a:off x="40010786" y="10957846"/>
            <a:ext cx="1706882" cy="1706882"/>
          </a:xfrm>
          <a:prstGeom prst="ellipse">
            <a:avLst/>
          </a:prstGeom>
          <a:solidFill>
            <a:srgbClr val="DEFAE6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0" name="Rectangle: Top Corners Rounded 39">
            <a:extLst>
              <a:ext uri="{FF2B5EF4-FFF2-40B4-BE49-F238E27FC236}">
                <a16:creationId xmlns:a16="http://schemas.microsoft.com/office/drawing/2014/main" id="{FB42BFF9-946A-43A8-990D-E9654A93DC03}"/>
              </a:ext>
            </a:extLst>
          </p:cNvPr>
          <p:cNvSpPr/>
          <p:nvPr/>
        </p:nvSpPr>
        <p:spPr>
          <a:xfrm rot="16200000">
            <a:off x="4576873" y="14030252"/>
            <a:ext cx="9803480" cy="5365028"/>
          </a:xfrm>
          <a:prstGeom prst="round2SameRect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s-MX" sz="6011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BF9857-0D40-476B-964C-D7515AF4205B}"/>
              </a:ext>
            </a:extLst>
          </p:cNvPr>
          <p:cNvSpPr/>
          <p:nvPr/>
        </p:nvSpPr>
        <p:spPr>
          <a:xfrm>
            <a:off x="7428066" y="15026945"/>
            <a:ext cx="4269882" cy="25231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Publicación de redes sociales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FA7223F-3871-4C1D-9A2D-50C66D00C29F}"/>
              </a:ext>
            </a:extLst>
          </p:cNvPr>
          <p:cNvSpPr/>
          <p:nvPr/>
        </p:nvSpPr>
        <p:spPr>
          <a:xfrm>
            <a:off x="7400298" y="18017436"/>
            <a:ext cx="4269882" cy="330383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del contenido de audio del discurso hablado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12A440-9AB8-468A-BD38-34D5EF054764}"/>
              </a:ext>
            </a:extLst>
          </p:cNvPr>
          <p:cNvCxnSpPr>
            <a:cxnSpLocks/>
            <a:stCxn id="43" idx="3"/>
            <a:endCxn id="7" idx="1"/>
          </p:cNvCxnSpPr>
          <p:nvPr/>
        </p:nvCxnSpPr>
        <p:spPr>
          <a:xfrm flipV="1">
            <a:off x="11670204" y="14040941"/>
            <a:ext cx="837376" cy="5628420"/>
          </a:xfrm>
          <a:prstGeom prst="bentConnector3">
            <a:avLst>
              <a:gd name="adj1" fmla="val 5000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0AC6E2C9-260B-E8E3-E71B-266B65E45291}"/>
              </a:ext>
            </a:extLst>
          </p:cNvPr>
          <p:cNvSpPr/>
          <p:nvPr/>
        </p:nvSpPr>
        <p:spPr>
          <a:xfrm>
            <a:off x="5707589" y="10957846"/>
            <a:ext cx="1706882" cy="170688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60005ED-E199-4141-A488-130F47EE477C}"/>
              </a:ext>
            </a:extLst>
          </p:cNvPr>
          <p:cNvSpPr/>
          <p:nvPr/>
        </p:nvSpPr>
        <p:spPr>
          <a:xfrm>
            <a:off x="7461683" y="12036449"/>
            <a:ext cx="4269882" cy="25231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Recolección del material</a:t>
            </a:r>
          </a:p>
        </p:txBody>
      </p:sp>
      <p:cxnSp>
        <p:nvCxnSpPr>
          <p:cNvPr id="54" name="Conector recto de flecha 38">
            <a:extLst>
              <a:ext uri="{FF2B5EF4-FFF2-40B4-BE49-F238E27FC236}">
                <a16:creationId xmlns:a16="http://schemas.microsoft.com/office/drawing/2014/main" id="{5E4EC7BC-B455-4D15-B7CC-8029DE2B00C0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9596605" y="14559594"/>
            <a:ext cx="0" cy="4673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38">
            <a:extLst>
              <a:ext uri="{FF2B5EF4-FFF2-40B4-BE49-F238E27FC236}">
                <a16:creationId xmlns:a16="http://schemas.microsoft.com/office/drawing/2014/main" id="{E20A8AA0-E3DE-43DC-A5F6-324A3448E21B}"/>
              </a:ext>
            </a:extLst>
          </p:cNvPr>
          <p:cNvCxnSpPr>
            <a:cxnSpLocks/>
          </p:cNvCxnSpPr>
          <p:nvPr/>
        </p:nvCxnSpPr>
        <p:spPr>
          <a:xfrm>
            <a:off x="9596605" y="17550090"/>
            <a:ext cx="0" cy="46737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120">
            <a:extLst>
              <a:ext uri="{FF2B5EF4-FFF2-40B4-BE49-F238E27FC236}">
                <a16:creationId xmlns:a16="http://schemas.microsoft.com/office/drawing/2014/main" id="{DE0E9B07-BA7E-4E1F-96C9-5C2BFD3D0EAB}"/>
              </a:ext>
            </a:extLst>
          </p:cNvPr>
          <p:cNvSpPr/>
          <p:nvPr/>
        </p:nvSpPr>
        <p:spPr>
          <a:xfrm>
            <a:off x="32953727" y="17191867"/>
            <a:ext cx="6576175" cy="3775949"/>
          </a:xfrm>
          <a:prstGeom prst="roundRect">
            <a:avLst/>
          </a:prstGeom>
          <a:solidFill>
            <a:srgbClr val="23A9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s-MX" sz="400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comparación del rendimiento de la propuesta y el estado del arte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BC6CDC4E-8EA1-4791-81A6-E776D3188AFE}"/>
              </a:ext>
            </a:extLst>
          </p:cNvPr>
          <p:cNvCxnSpPr>
            <a:stCxn id="68" idx="2"/>
            <a:endCxn id="214" idx="0"/>
          </p:cNvCxnSpPr>
          <p:nvPr/>
        </p:nvCxnSpPr>
        <p:spPr>
          <a:xfrm rot="5400000">
            <a:off x="26579677" y="6347645"/>
            <a:ext cx="1704208" cy="20088616"/>
          </a:xfrm>
          <a:prstGeom prst="bentConnector3">
            <a:avLst>
              <a:gd name="adj1" fmla="val 3211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de flecha 38">
            <a:extLst>
              <a:ext uri="{FF2B5EF4-FFF2-40B4-BE49-F238E27FC236}">
                <a16:creationId xmlns:a16="http://schemas.microsoft.com/office/drawing/2014/main" id="{5F3D0DA5-DA7E-4F58-B28A-8B449AE1EC0C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21830517" y="19134416"/>
            <a:ext cx="26654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de flecha 38">
            <a:extLst>
              <a:ext uri="{FF2B5EF4-FFF2-40B4-BE49-F238E27FC236}">
                <a16:creationId xmlns:a16="http://schemas.microsoft.com/office/drawing/2014/main" id="{498A4D10-E5C8-48D7-BDEC-401E45EA8265}"/>
              </a:ext>
            </a:extLst>
          </p:cNvPr>
          <p:cNvCxnSpPr>
            <a:cxnSpLocks/>
            <a:stCxn id="65" idx="3"/>
            <a:endCxn id="63" idx="1"/>
          </p:cNvCxnSpPr>
          <p:nvPr/>
        </p:nvCxnSpPr>
        <p:spPr>
          <a:xfrm>
            <a:off x="31072094" y="19079828"/>
            <a:ext cx="188162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30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32181860" y="10039697"/>
            <a:ext cx="14908558" cy="136481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4603352" y="16701295"/>
            <a:ext cx="27033082" cy="8602211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4603352" y="8492630"/>
            <a:ext cx="27033082" cy="7971686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23902448" y="9140102"/>
            <a:ext cx="7301684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5256412" y="9146160"/>
            <a:ext cx="4786104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5253454" y="14928496"/>
            <a:ext cx="4786104" cy="115416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320" y="15161736"/>
            <a:ext cx="1102654" cy="60735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5576050" y="10039684"/>
            <a:ext cx="4146875" cy="181263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755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200178" lvl="2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200178" lvl="2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5576050" y="13128632"/>
            <a:ext cx="4146875" cy="9184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10394790" y="9146160"/>
            <a:ext cx="4398672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5576050" y="12031268"/>
            <a:ext cx="4146875" cy="9184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12828318" y="12711622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318" y="12711622"/>
                <a:ext cx="1564999" cy="918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12824421" y="10039721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4421" y="10039721"/>
                <a:ext cx="1564999" cy="918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10734497" y="10039721"/>
            <a:ext cx="1564999" cy="91846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10734497" y="12711603"/>
            <a:ext cx="1564999" cy="91846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12824421" y="11375657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4421" y="11375657"/>
                <a:ext cx="1564999" cy="9184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5318434" y="9146160"/>
            <a:ext cx="8116137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20104007" y="10958182"/>
            <a:ext cx="2933747" cy="176556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5578019" y="12031254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5578019" y="11190977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6030566" y="10175783"/>
            <a:ext cx="3231391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20104007" y="13306881"/>
            <a:ext cx="2933747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4389420" y="10498952"/>
            <a:ext cx="1188599" cy="87675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4393313" y="12215988"/>
            <a:ext cx="1184702" cy="95486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7646487" y="14523588"/>
            <a:ext cx="2996" cy="4048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9722911" y="10498942"/>
            <a:ext cx="1011577" cy="4470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9722911" y="12490494"/>
            <a:ext cx="1011577" cy="68033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7337370" y="11375707"/>
            <a:ext cx="2766638" cy="339962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7337370" y="11943262"/>
            <a:ext cx="2766638" cy="272722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261953" y="10637644"/>
            <a:ext cx="842036" cy="5533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21570877" y="12723743"/>
            <a:ext cx="0" cy="58313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12299483" y="10498919"/>
            <a:ext cx="52494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12299483" y="10498900"/>
            <a:ext cx="524943" cy="1335946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12299460" y="13170782"/>
            <a:ext cx="52883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5355157" y="11271407"/>
            <a:ext cx="2065939" cy="111482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23037716" y="11828802"/>
            <a:ext cx="2317404" cy="1214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4153074" y="11375620"/>
                <a:ext cx="951406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801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1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sz="180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074" y="11375620"/>
                <a:ext cx="951406" cy="369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4389397" y="11834869"/>
            <a:ext cx="11998702" cy="551346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5344787" y="13204816"/>
                <a:ext cx="951406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1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801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801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4787" y="13204816"/>
                <a:ext cx="951406" cy="369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8407095" y="11265330"/>
            <a:ext cx="2065939" cy="111482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7421106" y="11822730"/>
            <a:ext cx="985999" cy="608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8394411" y="12921881"/>
            <a:ext cx="2065939" cy="5559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9427370" y="12380105"/>
            <a:ext cx="12685" cy="5417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8734" y="13618731"/>
            <a:ext cx="1102654" cy="607356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5165405" y="17275085"/>
            <a:ext cx="4775732" cy="829489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7553262" y="14517498"/>
            <a:ext cx="0" cy="275757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375" y="18296200"/>
            <a:ext cx="1102654" cy="607356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5385167" y="19443161"/>
            <a:ext cx="3506689" cy="829546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8607626" y="19937368"/>
            <a:ext cx="8116137" cy="3347809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31" indent="-342931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931" indent="-342931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931" indent="-342931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5253412" y="18270745"/>
            <a:ext cx="12364840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11435846" y="17689839"/>
            <a:ext cx="13729578" cy="580915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5576012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7991973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10431018" y="19453338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12823895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5239871" y="21045650"/>
            <a:ext cx="1931954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8074973" y="22738069"/>
            <a:ext cx="1759355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10519906" y="22738074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7513104" y="21621820"/>
            <a:ext cx="47889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7566" y="21044076"/>
            <a:ext cx="1523997" cy="1165860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9929061" y="21621872"/>
            <a:ext cx="708520" cy="514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11399551" y="20605763"/>
            <a:ext cx="0" cy="43833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12161582" y="21621872"/>
            <a:ext cx="662342" cy="514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4760987" y="21621820"/>
            <a:ext cx="47889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7171829" y="21611269"/>
            <a:ext cx="1435773" cy="10580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5465741" y="23687886"/>
            <a:ext cx="5503469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23590484" y="22360388"/>
            <a:ext cx="950467" cy="2800056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6125" y="22700551"/>
            <a:ext cx="1102654" cy="607356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32629277" y="11156767"/>
            <a:ext cx="6879365" cy="11446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9764241" y="11156767"/>
            <a:ext cx="6879365" cy="11446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23196010" y="-6400426"/>
            <a:ext cx="893540" cy="31986673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30969210" y="23687877"/>
            <a:ext cx="8666933" cy="54775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32981139" y="13570874"/>
            <a:ext cx="3766051" cy="77435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6956658" y="13570874"/>
            <a:ext cx="2052733" cy="77435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32981139" y="1488871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32981139" y="16322742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32981139" y="1230928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32981139" y="1768084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32981139" y="19120968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32981135" y="20100179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7337402" y="20129388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5159264" y="20116523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32981135" y="21095725"/>
            <a:ext cx="2848092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6181080" y="21088065"/>
            <a:ext cx="2848092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40212868" y="1234138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40263607" y="13567490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40212863" y="14842354"/>
            <a:ext cx="2777815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43500254" y="14842354"/>
            <a:ext cx="2777815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40263607" y="16194274"/>
            <a:ext cx="6043941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40262422" y="17445997"/>
            <a:ext cx="6043941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40181953" y="1891875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9941161" y="16863825"/>
            <a:ext cx="2240708" cy="82604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705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rchivo:Human brain.png - Wikipedia, la enciclopedia libre">
            <a:extLst>
              <a:ext uri="{FF2B5EF4-FFF2-40B4-BE49-F238E27FC236}">
                <a16:creationId xmlns:a16="http://schemas.microsoft.com/office/drawing/2014/main" id="{7531E411-F4D1-4573-8A34-73850F616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419" y="21128478"/>
            <a:ext cx="6108692" cy="708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F7AE37-FCD0-4378-9115-8231DFC42C41}"/>
              </a:ext>
            </a:extLst>
          </p:cNvPr>
          <p:cNvSpPr/>
          <p:nvPr/>
        </p:nvSpPr>
        <p:spPr>
          <a:xfrm>
            <a:off x="4139419" y="13143744"/>
            <a:ext cx="6108692" cy="3615808"/>
          </a:xfrm>
          <a:prstGeom prst="rect">
            <a:avLst/>
          </a:prstGeom>
          <a:noFill/>
          <a:ln w="127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Adquisición de señal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66366B4-DCBF-4207-9378-C4EAA46AF8D4}"/>
              </a:ext>
            </a:extLst>
          </p:cNvPr>
          <p:cNvSpPr/>
          <p:nvPr/>
        </p:nvSpPr>
        <p:spPr>
          <a:xfrm rot="5400000" flipV="1">
            <a:off x="16798869" y="17897998"/>
            <a:ext cx="3239999" cy="2159993"/>
          </a:xfrm>
          <a:prstGeom prst="rightArrow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180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8C5885-6B78-4E9C-BC8E-4A996A093411}"/>
              </a:ext>
            </a:extLst>
          </p:cNvPr>
          <p:cNvSpPr/>
          <p:nvPr/>
        </p:nvSpPr>
        <p:spPr>
          <a:xfrm>
            <a:off x="14297831" y="13143744"/>
            <a:ext cx="8242055" cy="3615808"/>
          </a:xfrm>
          <a:prstGeom prst="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8BBB87-BBEE-4D21-A223-CE32AE9B0DAD}"/>
              </a:ext>
            </a:extLst>
          </p:cNvPr>
          <p:cNvSpPr/>
          <p:nvPr/>
        </p:nvSpPr>
        <p:spPr>
          <a:xfrm rot="16200000">
            <a:off x="5726203" y="17897998"/>
            <a:ext cx="3239999" cy="2159993"/>
          </a:xfrm>
          <a:prstGeom prst="rightArrow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180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218454-CE15-4AF8-8003-42AFA75E2BE1}"/>
              </a:ext>
            </a:extLst>
          </p:cNvPr>
          <p:cNvSpPr/>
          <p:nvPr/>
        </p:nvSpPr>
        <p:spPr>
          <a:xfrm>
            <a:off x="14297831" y="21196477"/>
            <a:ext cx="8242055" cy="3615808"/>
          </a:xfrm>
          <a:prstGeom prst="rect">
            <a:avLst/>
          </a:prstGeom>
          <a:noFill/>
          <a:ln w="12700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Eliminación de ruido en EEG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296E1E-7596-4105-919E-0928C76AB439}"/>
              </a:ext>
            </a:extLst>
          </p:cNvPr>
          <p:cNvCxnSpPr>
            <a:stCxn id="3" idx="3"/>
          </p:cNvCxnSpPr>
          <p:nvPr/>
        </p:nvCxnSpPr>
        <p:spPr>
          <a:xfrm>
            <a:off x="10248111" y="14951619"/>
            <a:ext cx="4049702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DFE494D-9165-4C91-8F9E-6B170C184D7B}"/>
              </a:ext>
            </a:extLst>
          </p:cNvPr>
          <p:cNvSpPr/>
          <p:nvPr/>
        </p:nvSpPr>
        <p:spPr>
          <a:xfrm>
            <a:off x="25600052" y="13143744"/>
            <a:ext cx="6936579" cy="3615808"/>
          </a:xfrm>
          <a:prstGeom prst="rect">
            <a:avLst/>
          </a:prstGeom>
          <a:noFill/>
          <a:ln w="1270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2F1CA2-8615-459E-80B4-337A35058D07}"/>
              </a:ext>
            </a:extLst>
          </p:cNvPr>
          <p:cNvSpPr/>
          <p:nvPr/>
        </p:nvSpPr>
        <p:spPr>
          <a:xfrm>
            <a:off x="33433970" y="13143744"/>
            <a:ext cx="6936579" cy="3615808"/>
          </a:xfrm>
          <a:prstGeom prst="rect">
            <a:avLst/>
          </a:prstGeom>
          <a:noFill/>
          <a:ln w="1270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de características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0879BA-8C97-4AF8-988E-913FAE8EC89D}"/>
              </a:ext>
            </a:extLst>
          </p:cNvPr>
          <p:cNvSpPr/>
          <p:nvPr/>
        </p:nvSpPr>
        <p:spPr>
          <a:xfrm>
            <a:off x="41267888" y="13143744"/>
            <a:ext cx="6936579" cy="3615808"/>
          </a:xfrm>
          <a:prstGeom prst="rect">
            <a:avLst/>
          </a:prstGeom>
          <a:noFill/>
          <a:ln w="1270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Traducción de características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156BA6-112E-4F5D-AEEA-F9CEFE4A2590}"/>
              </a:ext>
            </a:extLst>
          </p:cNvPr>
          <p:cNvSpPr/>
          <p:nvPr/>
        </p:nvSpPr>
        <p:spPr>
          <a:xfrm>
            <a:off x="24702709" y="10933923"/>
            <a:ext cx="24331214" cy="7010402"/>
          </a:xfrm>
          <a:prstGeom prst="rect">
            <a:avLst/>
          </a:prstGeom>
          <a:noFill/>
          <a:ln w="1905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MX" sz="180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1556FB-AF8F-4571-9DB5-6EAFF15ECF50}"/>
              </a:ext>
            </a:extLst>
          </p:cNvPr>
          <p:cNvSpPr/>
          <p:nvPr/>
        </p:nvSpPr>
        <p:spPr>
          <a:xfrm>
            <a:off x="37123307" y="24812275"/>
            <a:ext cx="8242055" cy="3615808"/>
          </a:xfrm>
          <a:prstGeom prst="rect">
            <a:avLst/>
          </a:prstGeom>
          <a:noFill/>
          <a:ln w="1270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Aplicación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A953599-291F-4C46-AC23-8CAA4E7D4473}"/>
              </a:ext>
            </a:extLst>
          </p:cNvPr>
          <p:cNvSpPr/>
          <p:nvPr/>
        </p:nvSpPr>
        <p:spPr>
          <a:xfrm>
            <a:off x="30332721" y="11341627"/>
            <a:ext cx="13139050" cy="1394401"/>
          </a:xfrm>
          <a:prstGeom prst="rect">
            <a:avLst/>
          </a:prstGeom>
          <a:noFill/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7" tIns="45724" rIns="91447" bIns="457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MX" sz="80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Procesamiento de la señal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989C089-E3CF-483E-9BAB-8D95736F6CF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2539887" y="14951619"/>
            <a:ext cx="2162818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87023E-4AF2-4664-8190-136B0CA833C1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32536650" y="14951619"/>
            <a:ext cx="897339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85C540B-CB13-462E-BCAB-8F77F07B7775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40370578" y="14951619"/>
            <a:ext cx="897339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7F01CDE-F5F8-46D1-AB72-B10A00177342}"/>
              </a:ext>
            </a:extLst>
          </p:cNvPr>
          <p:cNvCxnSpPr>
            <a:stCxn id="30" idx="3"/>
            <a:endCxn id="34" idx="3"/>
          </p:cNvCxnSpPr>
          <p:nvPr/>
        </p:nvCxnSpPr>
        <p:spPr>
          <a:xfrm flipH="1">
            <a:off x="45365381" y="14439147"/>
            <a:ext cx="3668565" cy="12181046"/>
          </a:xfrm>
          <a:prstGeom prst="bentConnector3">
            <a:avLst>
              <a:gd name="adj1" fmla="val -20771"/>
            </a:avLst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A002907-12B3-4393-913C-717BCEECCC70}"/>
              </a:ext>
            </a:extLst>
          </p:cNvPr>
          <p:cNvCxnSpPr>
            <a:stCxn id="34" idx="1"/>
          </p:cNvCxnSpPr>
          <p:nvPr/>
        </p:nvCxnSpPr>
        <p:spPr>
          <a:xfrm flipH="1">
            <a:off x="11276833" y="26620141"/>
            <a:ext cx="25846470" cy="0"/>
          </a:xfrm>
          <a:prstGeom prst="straightConnector1">
            <a:avLst/>
          </a:prstGeom>
          <a:ln w="190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91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A3C463A8-3E4F-63C7-CD31-8EE500E77197}"/>
              </a:ext>
            </a:extLst>
          </p:cNvPr>
          <p:cNvSpPr/>
          <p:nvPr/>
        </p:nvSpPr>
        <p:spPr>
          <a:xfrm>
            <a:off x="32181860" y="10039697"/>
            <a:ext cx="14908558" cy="136481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00" name="Rectangle: Top Corners Rounded 99">
            <a:extLst>
              <a:ext uri="{FF2B5EF4-FFF2-40B4-BE49-F238E27FC236}">
                <a16:creationId xmlns:a16="http://schemas.microsoft.com/office/drawing/2014/main" id="{D23E5D9E-1222-D900-9816-0F1EE1A1868B}"/>
              </a:ext>
            </a:extLst>
          </p:cNvPr>
          <p:cNvSpPr/>
          <p:nvPr/>
        </p:nvSpPr>
        <p:spPr>
          <a:xfrm rot="10800000">
            <a:off x="4603352" y="16701295"/>
            <a:ext cx="27033082" cy="8602211"/>
          </a:xfrm>
          <a:prstGeom prst="round2SameRect">
            <a:avLst/>
          </a:prstGeom>
          <a:solidFill>
            <a:srgbClr val="FFF6DC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98" name="Rectangle: Top Corners Rounded 97">
            <a:extLst>
              <a:ext uri="{FF2B5EF4-FFF2-40B4-BE49-F238E27FC236}">
                <a16:creationId xmlns:a16="http://schemas.microsoft.com/office/drawing/2014/main" id="{FEB5FC99-9B14-337B-9F3E-638A5A1DE0F7}"/>
              </a:ext>
            </a:extLst>
          </p:cNvPr>
          <p:cNvSpPr/>
          <p:nvPr/>
        </p:nvSpPr>
        <p:spPr>
          <a:xfrm>
            <a:off x="4603352" y="8492630"/>
            <a:ext cx="27033082" cy="7971686"/>
          </a:xfrm>
          <a:prstGeom prst="round2SameRect">
            <a:avLst/>
          </a:prstGeom>
          <a:solidFill>
            <a:srgbClr val="DEFAE6"/>
          </a:solidFill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5CDF3B9-3FFB-25A9-9B0D-3C22BB8A0DB1}"/>
              </a:ext>
            </a:extLst>
          </p:cNvPr>
          <p:cNvSpPr/>
          <p:nvPr/>
        </p:nvSpPr>
        <p:spPr>
          <a:xfrm>
            <a:off x="23902448" y="9140102"/>
            <a:ext cx="7301684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0F520-C0E2-34B5-73C0-23C336594D0D}"/>
              </a:ext>
            </a:extLst>
          </p:cNvPr>
          <p:cNvSpPr/>
          <p:nvPr/>
        </p:nvSpPr>
        <p:spPr>
          <a:xfrm>
            <a:off x="5256412" y="9146160"/>
            <a:ext cx="4786104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6A2D29-D42A-1720-93F9-62C75B275275}"/>
              </a:ext>
            </a:extLst>
          </p:cNvPr>
          <p:cNvSpPr/>
          <p:nvPr/>
        </p:nvSpPr>
        <p:spPr>
          <a:xfrm>
            <a:off x="5253454" y="14928496"/>
            <a:ext cx="4786104" cy="115416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 voice per each speaker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F6F37C-B740-89A0-213D-DAB24AA6E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320" y="15161736"/>
            <a:ext cx="1102654" cy="607356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59BBA9-210E-6A11-7983-231840EC1A6E}"/>
              </a:ext>
            </a:extLst>
          </p:cNvPr>
          <p:cNvSpPr/>
          <p:nvPr/>
        </p:nvSpPr>
        <p:spPr>
          <a:xfrm>
            <a:off x="5576050" y="10039684"/>
            <a:ext cx="4146875" cy="1812634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Signals Clean + Noise Signals</a:t>
            </a:r>
          </a:p>
          <a:p>
            <a:pPr marL="285755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SNR [-9, -6, -3, 0, 3, 6, 9] dB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  <a:p>
            <a:pPr marL="1200178" lvl="2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stationary noise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  <a:p>
            <a:pPr marL="1200178" lvl="2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non-stationary noise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3C819C-7A8F-8DDD-5172-CBCA357B4474}"/>
              </a:ext>
            </a:extLst>
          </p:cNvPr>
          <p:cNvSpPr/>
          <p:nvPr/>
        </p:nvSpPr>
        <p:spPr>
          <a:xfrm>
            <a:off x="5576050" y="13128632"/>
            <a:ext cx="4146875" cy="9184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each signal of speaker apply if necessary: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down</a:t>
            </a:r>
          </a:p>
          <a:p>
            <a:pPr marL="742971" lvl="1" indent="-285755" algn="just">
              <a:buFont typeface="Arial" panose="020B0604020202020204" pitchFamily="34" charset="0"/>
              <a:buChar char="•"/>
            </a:pPr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Resampling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594C71E-451B-B630-C088-15D82456F3E6}"/>
              </a:ext>
            </a:extLst>
          </p:cNvPr>
          <p:cNvSpPr/>
          <p:nvPr/>
        </p:nvSpPr>
        <p:spPr>
          <a:xfrm>
            <a:off x="10394790" y="9146160"/>
            <a:ext cx="4398672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29FA35-B2D2-5973-D82D-8F90FB32C259}"/>
              </a:ext>
            </a:extLst>
          </p:cNvPr>
          <p:cNvSpPr/>
          <p:nvPr/>
        </p:nvSpPr>
        <p:spPr>
          <a:xfrm>
            <a:off x="5576050" y="12031268"/>
            <a:ext cx="4146875" cy="918461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the audio clean for reference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/>
              <p:nvPr/>
            </p:nvSpPr>
            <p:spPr>
              <a:xfrm>
                <a:off x="12828318" y="12711622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0639A3B-FBFD-7681-7EBC-26729422F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318" y="12711622"/>
                <a:ext cx="1564999" cy="918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/>
              <p:nvPr/>
            </p:nvSpPr>
            <p:spPr>
              <a:xfrm>
                <a:off x="12824421" y="10039721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602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magnitude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BAD08D1-0882-F9D8-C324-1F089A97A4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4421" y="10039721"/>
                <a:ext cx="1564999" cy="9184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501E417-6FF1-48A7-CA98-A95EA142AF96}"/>
              </a:ext>
            </a:extLst>
          </p:cNvPr>
          <p:cNvSpPr/>
          <p:nvPr/>
        </p:nvSpPr>
        <p:spPr>
          <a:xfrm>
            <a:off x="10734497" y="10039721"/>
            <a:ext cx="1564999" cy="91846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23B98-ACB7-2A48-925D-223D581EFA8E}"/>
              </a:ext>
            </a:extLst>
          </p:cNvPr>
          <p:cNvSpPr/>
          <p:nvPr/>
        </p:nvSpPr>
        <p:spPr>
          <a:xfrm>
            <a:off x="10734497" y="12711603"/>
            <a:ext cx="1564999" cy="91846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Short-Time 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/>
              <p:nvPr/>
            </p:nvSpPr>
            <p:spPr>
              <a:xfrm>
                <a:off x="12824421" y="11375657"/>
                <a:ext cx="1564999" cy="918461"/>
              </a:xfrm>
              <a:prstGeom prst="rect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602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602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2" b="1" dirty="0">
                    <a:solidFill>
                      <a:schemeClr val="tx1"/>
                    </a:solidFill>
                  </a:rPr>
                  <a:t>Get angle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E39669-5070-4573-BB67-A1D189391F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4421" y="11375657"/>
                <a:ext cx="1564999" cy="9184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889CE1-9C96-F4DA-C54F-C62208B408AD}"/>
              </a:ext>
            </a:extLst>
          </p:cNvPr>
          <p:cNvSpPr/>
          <p:nvPr/>
        </p:nvSpPr>
        <p:spPr>
          <a:xfrm>
            <a:off x="15318434" y="9146160"/>
            <a:ext cx="8116137" cy="5377428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with domain adaptation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3C2D53-A384-EBFB-D272-21006515C6A7}"/>
              </a:ext>
            </a:extLst>
          </p:cNvPr>
          <p:cNvSpPr/>
          <p:nvPr/>
        </p:nvSpPr>
        <p:spPr>
          <a:xfrm>
            <a:off x="20104007" y="10958182"/>
            <a:ext cx="2933747" cy="1765565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Deep learning network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4EF46-330A-FDB1-7547-2030B5D3634B}"/>
              </a:ext>
            </a:extLst>
          </p:cNvPr>
          <p:cNvSpPr txBox="1"/>
          <p:nvPr/>
        </p:nvSpPr>
        <p:spPr>
          <a:xfrm>
            <a:off x="15578019" y="12031254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Predictor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157097-54AE-5ACA-2726-FD1D9B968B1C}"/>
              </a:ext>
            </a:extLst>
          </p:cNvPr>
          <p:cNvSpPr txBox="1"/>
          <p:nvPr/>
        </p:nvSpPr>
        <p:spPr>
          <a:xfrm>
            <a:off x="15578019" y="11190977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/>
              <a:t>Source domain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D9C30-F632-0AED-5B1D-27CAB132E8C0}"/>
              </a:ext>
            </a:extLst>
          </p:cNvPr>
          <p:cNvSpPr txBox="1"/>
          <p:nvPr/>
        </p:nvSpPr>
        <p:spPr>
          <a:xfrm>
            <a:off x="16030566" y="10175783"/>
            <a:ext cx="3231391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dirty="0"/>
              <a:t>Input target domain data every certain number of batches per epoch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BEA56F-F2D3-6136-9D78-1387C07392DD}"/>
              </a:ext>
            </a:extLst>
          </p:cNvPr>
          <p:cNvSpPr txBox="1"/>
          <p:nvPr/>
        </p:nvSpPr>
        <p:spPr>
          <a:xfrm>
            <a:off x="20104007" y="13306881"/>
            <a:ext cx="2933747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Optimal transport loss for training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DECB7BE-02D2-F00A-7396-89A3CE9D7D79}"/>
              </a:ext>
            </a:extLst>
          </p:cNvPr>
          <p:cNvCxnSpPr>
            <a:stCxn id="2" idx="3"/>
            <a:endCxn id="19" idx="1"/>
          </p:cNvCxnSpPr>
          <p:nvPr/>
        </p:nvCxnSpPr>
        <p:spPr>
          <a:xfrm>
            <a:off x="14389420" y="10498952"/>
            <a:ext cx="1188599" cy="876759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7278F662-37D3-0E47-3937-D46FAAA38AD5}"/>
              </a:ext>
            </a:extLst>
          </p:cNvPr>
          <p:cNvCxnSpPr>
            <a:stCxn id="27" idx="3"/>
            <a:endCxn id="16" idx="1"/>
          </p:cNvCxnSpPr>
          <p:nvPr/>
        </p:nvCxnSpPr>
        <p:spPr>
          <a:xfrm flipV="1">
            <a:off x="14393313" y="12215988"/>
            <a:ext cx="1184702" cy="95486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1B79E06-A0B6-E2E6-0AEC-2FE192F65A65}"/>
              </a:ext>
            </a:extLst>
          </p:cNvPr>
          <p:cNvCxnSpPr>
            <a:stCxn id="7" idx="0"/>
            <a:endCxn id="8" idx="2"/>
          </p:cNvCxnSpPr>
          <p:nvPr/>
        </p:nvCxnSpPr>
        <p:spPr>
          <a:xfrm flipV="1">
            <a:off x="7646487" y="14523588"/>
            <a:ext cx="2996" cy="404885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4FC55E6-01F1-8323-5EAF-C0B0CD7CE051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9722911" y="10498942"/>
            <a:ext cx="1011577" cy="447091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04F7AFE-B202-F849-B389-F920B9507982}"/>
              </a:ext>
            </a:extLst>
          </p:cNvPr>
          <p:cNvCxnSpPr>
            <a:stCxn id="25" idx="3"/>
            <a:endCxn id="9" idx="1"/>
          </p:cNvCxnSpPr>
          <p:nvPr/>
        </p:nvCxnSpPr>
        <p:spPr>
          <a:xfrm>
            <a:off x="9722911" y="12490494"/>
            <a:ext cx="1011577" cy="680335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7F201AD-93E8-9B0F-E804-C3EB61F4AF6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7337370" y="11375707"/>
            <a:ext cx="2766638" cy="339962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2BDC23-C3DF-07BC-BFBB-340E9AD93065}"/>
              </a:ext>
            </a:extLst>
          </p:cNvPr>
          <p:cNvCxnSpPr>
            <a:stCxn id="16" idx="3"/>
          </p:cNvCxnSpPr>
          <p:nvPr/>
        </p:nvCxnSpPr>
        <p:spPr>
          <a:xfrm flipV="1">
            <a:off x="17337370" y="11943262"/>
            <a:ext cx="2766638" cy="272722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3DE512-9721-FB3F-E452-C93C6C574B5C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9261953" y="10637644"/>
            <a:ext cx="842036" cy="553341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C9B27B1-45A7-7FFF-E9F1-1506D694F191}"/>
              </a:ext>
            </a:extLst>
          </p:cNvPr>
          <p:cNvCxnSpPr>
            <a:stCxn id="31" idx="0"/>
            <a:endCxn id="15" idx="2"/>
          </p:cNvCxnSpPr>
          <p:nvPr/>
        </p:nvCxnSpPr>
        <p:spPr>
          <a:xfrm flipV="1">
            <a:off x="21570877" y="12723743"/>
            <a:ext cx="0" cy="583134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F8AE889-5AF1-E1AC-901A-0D5634D7535E}"/>
              </a:ext>
            </a:extLst>
          </p:cNvPr>
          <p:cNvCxnSpPr>
            <a:stCxn id="4" idx="3"/>
            <a:endCxn id="2" idx="1"/>
          </p:cNvCxnSpPr>
          <p:nvPr/>
        </p:nvCxnSpPr>
        <p:spPr>
          <a:xfrm>
            <a:off x="12299483" y="10498919"/>
            <a:ext cx="524943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C46DB215-A001-A4EA-2B41-3FE3DABA748D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12299483" y="10498900"/>
            <a:ext cx="524943" cy="1335946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18AD338-6998-F9A1-D08C-76CCD7EA6E4B}"/>
              </a:ext>
            </a:extLst>
          </p:cNvPr>
          <p:cNvCxnSpPr>
            <a:stCxn id="9" idx="3"/>
            <a:endCxn id="27" idx="1"/>
          </p:cNvCxnSpPr>
          <p:nvPr/>
        </p:nvCxnSpPr>
        <p:spPr>
          <a:xfrm>
            <a:off x="12299460" y="13170782"/>
            <a:ext cx="52883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69092C1C-0EA9-6615-9481-FE0A7219B6A6}"/>
              </a:ext>
            </a:extLst>
          </p:cNvPr>
          <p:cNvSpPr/>
          <p:nvPr/>
        </p:nvSpPr>
        <p:spPr>
          <a:xfrm>
            <a:off x="25355157" y="11271407"/>
            <a:ext cx="2065939" cy="111482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Magnitude-Angle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To Complex</a:t>
            </a:r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9C1672E9-ABDD-05DA-C776-6B7574063341}"/>
              </a:ext>
            </a:extLst>
          </p:cNvPr>
          <p:cNvCxnSpPr>
            <a:cxnSpLocks/>
            <a:stCxn id="15" idx="3"/>
            <a:endCxn id="67" idx="1"/>
          </p:cNvCxnSpPr>
          <p:nvPr/>
        </p:nvCxnSpPr>
        <p:spPr>
          <a:xfrm flipV="1">
            <a:off x="23037716" y="11828802"/>
            <a:ext cx="2317404" cy="12144"/>
          </a:xfrm>
          <a:prstGeom prst="bentConnector3">
            <a:avLst>
              <a:gd name="adj1" fmla="val 50000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/>
              <p:nvPr/>
            </p:nvSpPr>
            <p:spPr>
              <a:xfrm>
                <a:off x="24153074" y="11375620"/>
                <a:ext cx="951406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MX" sz="1801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sz="1801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𝝊</m:t>
                          </m:r>
                        </m:e>
                      </m:d>
                    </m:oMath>
                  </m:oMathPara>
                </a14:m>
                <a:endParaRPr lang="en-US" sz="1801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FFC0233-A83C-42D5-523B-96EA6F3A1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3074" y="11375620"/>
                <a:ext cx="951406" cy="3694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55CE132-2780-5D67-3E7F-4FD31425A87F}"/>
              </a:ext>
            </a:extLst>
          </p:cNvPr>
          <p:cNvCxnSpPr>
            <a:stCxn id="10" idx="3"/>
            <a:endCxn id="67" idx="2"/>
          </p:cNvCxnSpPr>
          <p:nvPr/>
        </p:nvCxnSpPr>
        <p:spPr>
          <a:xfrm>
            <a:off x="14389397" y="11834869"/>
            <a:ext cx="11998702" cy="551346"/>
          </a:xfrm>
          <a:prstGeom prst="bentConnector4">
            <a:avLst>
              <a:gd name="adj1" fmla="val 3018"/>
              <a:gd name="adj2" fmla="val 528447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/>
              <p:nvPr/>
            </p:nvSpPr>
            <p:spPr>
              <a:xfrm>
                <a:off x="25344787" y="13204816"/>
                <a:ext cx="951406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801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s-MX" sz="1801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𝝊</m:t>
                      </m:r>
                    </m:oMath>
                  </m:oMathPara>
                </a14:m>
                <a:endParaRPr lang="es-MX" sz="1801" b="1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2AADA67-8D11-0C05-0C78-A66300CD6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4787" y="13204816"/>
                <a:ext cx="951406" cy="3694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Rectangle 82">
            <a:extLst>
              <a:ext uri="{FF2B5EF4-FFF2-40B4-BE49-F238E27FC236}">
                <a16:creationId xmlns:a16="http://schemas.microsoft.com/office/drawing/2014/main" id="{74F62A7D-F7BA-BBAA-7A2B-4D80369702BE}"/>
              </a:ext>
            </a:extLst>
          </p:cNvPr>
          <p:cNvSpPr/>
          <p:nvPr/>
        </p:nvSpPr>
        <p:spPr>
          <a:xfrm>
            <a:off x="28407095" y="11265330"/>
            <a:ext cx="2065939" cy="111482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Apply Inverse Short-Time Fourier Transform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49A0E6F-62D7-6194-6A97-1B923486259C}"/>
              </a:ext>
            </a:extLst>
          </p:cNvPr>
          <p:cNvCxnSpPr>
            <a:stCxn id="67" idx="3"/>
            <a:endCxn id="83" idx="1"/>
          </p:cNvCxnSpPr>
          <p:nvPr/>
        </p:nvCxnSpPr>
        <p:spPr>
          <a:xfrm flipV="1">
            <a:off x="27421106" y="11822730"/>
            <a:ext cx="985999" cy="6086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F0EE067-E396-6F7D-CC2D-80506D2C8367}"/>
              </a:ext>
            </a:extLst>
          </p:cNvPr>
          <p:cNvSpPr/>
          <p:nvPr/>
        </p:nvSpPr>
        <p:spPr>
          <a:xfrm>
            <a:off x="28394411" y="12921881"/>
            <a:ext cx="2065939" cy="5559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Denoised audio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2F961B5-009A-1107-6A4A-79DDC1C0EB9C}"/>
              </a:ext>
            </a:extLst>
          </p:cNvPr>
          <p:cNvCxnSpPr>
            <a:stCxn id="83" idx="2"/>
            <a:endCxn id="89" idx="0"/>
          </p:cNvCxnSpPr>
          <p:nvPr/>
        </p:nvCxnSpPr>
        <p:spPr>
          <a:xfrm flipH="1">
            <a:off x="29427370" y="12380105"/>
            <a:ext cx="12685" cy="541762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>
            <a:extLst>
              <a:ext uri="{FF2B5EF4-FFF2-40B4-BE49-F238E27FC236}">
                <a16:creationId xmlns:a16="http://schemas.microsoft.com/office/drawing/2014/main" id="{B0D3664B-FD10-9BD3-CC14-974759A18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8734" y="13618731"/>
            <a:ext cx="1102654" cy="607356"/>
          </a:xfrm>
          <a:prstGeom prst="rect">
            <a:avLst/>
          </a:prstGeom>
        </p:spPr>
      </p:pic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63E4AF71-0FA6-70AA-9C76-FCC545D7CBF6}"/>
              </a:ext>
            </a:extLst>
          </p:cNvPr>
          <p:cNvSpPr/>
          <p:nvPr/>
        </p:nvSpPr>
        <p:spPr>
          <a:xfrm>
            <a:off x="25165405" y="17275085"/>
            <a:ext cx="4775732" cy="829489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97E5983-998C-6FEF-D728-6B3459A278EB}"/>
              </a:ext>
            </a:extLst>
          </p:cNvPr>
          <p:cNvCxnSpPr>
            <a:cxnSpLocks/>
            <a:stCxn id="68" idx="2"/>
            <a:endCxn id="101" idx="0"/>
          </p:cNvCxnSpPr>
          <p:nvPr/>
        </p:nvCxnSpPr>
        <p:spPr>
          <a:xfrm flipH="1">
            <a:off x="27553262" y="14517498"/>
            <a:ext cx="0" cy="2757574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Picture 106">
            <a:extLst>
              <a:ext uri="{FF2B5EF4-FFF2-40B4-BE49-F238E27FC236}">
                <a16:creationId xmlns:a16="http://schemas.microsoft.com/office/drawing/2014/main" id="{E7A79648-C03D-6DD4-B40B-347F00102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375" y="18296200"/>
            <a:ext cx="1102654" cy="607356"/>
          </a:xfrm>
          <a:prstGeom prst="rect">
            <a:avLst/>
          </a:prstGeom>
        </p:spPr>
      </p:pic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3D08A8C8-0A07-636C-9A68-70AE4B07D9E1}"/>
              </a:ext>
            </a:extLst>
          </p:cNvPr>
          <p:cNvCxnSpPr>
            <a:cxnSpLocks/>
            <a:stCxn id="101" idx="2"/>
            <a:endCxn id="102" idx="3"/>
          </p:cNvCxnSpPr>
          <p:nvPr/>
        </p:nvCxnSpPr>
        <p:spPr>
          <a:xfrm rot="5400000">
            <a:off x="25385167" y="19443161"/>
            <a:ext cx="3506689" cy="829546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69BF67B-4815-3190-0049-B2AE6CB50402}"/>
              </a:ext>
            </a:extLst>
          </p:cNvPr>
          <p:cNvGrpSpPr/>
          <p:nvPr/>
        </p:nvGrpSpPr>
        <p:grpSpPr>
          <a:xfrm>
            <a:off x="18607626" y="19937368"/>
            <a:ext cx="8116137" cy="3347809"/>
            <a:chOff x="14249700" y="12642468"/>
            <a:chExt cx="8116128" cy="3347809"/>
          </a:xfrm>
        </p:grpSpPr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BA9B795-58B2-33D3-6B42-2349FB897DEB}"/>
                </a:ext>
              </a:extLst>
            </p:cNvPr>
            <p:cNvSpPr/>
            <p:nvPr/>
          </p:nvSpPr>
          <p:spPr>
            <a:xfrm>
              <a:off x="14249700" y="12642468"/>
              <a:ext cx="8116128" cy="3347809"/>
            </a:xfrm>
            <a:prstGeom prst="roundRect">
              <a:avLst/>
            </a:prstGeom>
            <a:solidFill>
              <a:srgbClr val="FFD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797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Evaluation of the quality of the voice signal</a:t>
              </a:r>
              <a:endParaRPr lang="es-MX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7381FC32-2F1F-AC01-3EB8-E38C48ACE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08434" y="13863862"/>
              <a:ext cx="1444282" cy="1444282"/>
            </a:xfrm>
            <a:prstGeom prst="rect">
              <a:avLst/>
            </a:prstGeom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75975BE-DF95-5F30-87FA-FE03E3345CD9}"/>
                </a:ext>
              </a:extLst>
            </p:cNvPr>
            <p:cNvSpPr/>
            <p:nvPr/>
          </p:nvSpPr>
          <p:spPr>
            <a:xfrm>
              <a:off x="16599551" y="13889046"/>
              <a:ext cx="4797301" cy="144428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31" indent="-342931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Short-Time Objective Intelligibility (STOI)</a:t>
              </a:r>
            </a:p>
            <a:p>
              <a:pPr marL="342931" indent="-342931" algn="just">
                <a:buFont typeface="Arial" panose="020B0604020202020204" pitchFamily="34" charset="0"/>
                <a:buChar char="•"/>
              </a:pPr>
              <a:endParaRPr lang="en-US" sz="1602" b="1" dirty="0">
                <a:solidFill>
                  <a:schemeClr val="tx1"/>
                </a:solidFill>
              </a:endParaRPr>
            </a:p>
            <a:p>
              <a:pPr marL="342931" indent="-342931" algn="just">
                <a:buFont typeface="Arial" panose="020B0604020202020204" pitchFamily="34" charset="0"/>
                <a:buChar char="•"/>
              </a:pPr>
              <a:r>
                <a:rPr lang="en-US" sz="1602" b="1" dirty="0">
                  <a:solidFill>
                    <a:schemeClr val="tx1"/>
                  </a:solidFill>
                </a:rPr>
                <a:t>Perceptual Evaluation of Speech Quality (PESQ)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D9DE626-2630-74B4-85DB-56C71F592B41}"/>
              </a:ext>
            </a:extLst>
          </p:cNvPr>
          <p:cNvSpPr/>
          <p:nvPr/>
        </p:nvSpPr>
        <p:spPr>
          <a:xfrm>
            <a:off x="5253412" y="18270745"/>
            <a:ext cx="12364840" cy="5883895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wavelet transform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EA1E0E07-16CE-D02A-22F3-6777DB9A2188}"/>
              </a:ext>
            </a:extLst>
          </p:cNvPr>
          <p:cNvCxnSpPr>
            <a:cxnSpLocks/>
            <a:stCxn id="101" idx="1"/>
            <a:endCxn id="121" idx="0"/>
          </p:cNvCxnSpPr>
          <p:nvPr/>
        </p:nvCxnSpPr>
        <p:spPr>
          <a:xfrm rot="10800000" flipV="1">
            <a:off x="11435846" y="17689839"/>
            <a:ext cx="13729578" cy="580915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943DCB-99B7-DC7B-CE90-D580F9156BBB}"/>
              </a:ext>
            </a:extLst>
          </p:cNvPr>
          <p:cNvSpPr/>
          <p:nvPr/>
        </p:nvSpPr>
        <p:spPr>
          <a:xfrm>
            <a:off x="5576012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Enhanced voice signal from deep neural network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D2DC1C3-9109-AF96-642B-A1C44C391EF6}"/>
              </a:ext>
            </a:extLst>
          </p:cNvPr>
          <p:cNvSpPr/>
          <p:nvPr/>
        </p:nvSpPr>
        <p:spPr>
          <a:xfrm>
            <a:off x="7991973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Discrete wavelet transform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30CA788-F2B6-06FF-243D-704FADC7EC61}"/>
              </a:ext>
            </a:extLst>
          </p:cNvPr>
          <p:cNvSpPr/>
          <p:nvPr/>
        </p:nvSpPr>
        <p:spPr>
          <a:xfrm>
            <a:off x="10431018" y="19453338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Noise level estimation and thresholding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CD9A6DC3-8EEB-14ED-02F6-F9C2FB67F242}"/>
              </a:ext>
            </a:extLst>
          </p:cNvPr>
          <p:cNvSpPr/>
          <p:nvPr/>
        </p:nvSpPr>
        <p:spPr>
          <a:xfrm>
            <a:off x="12823895" y="21045650"/>
            <a:ext cx="1937073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Reconstruction synthesis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9DF0FCB-A21C-0BCB-E8A6-8D5BE7AD6353}"/>
              </a:ext>
            </a:extLst>
          </p:cNvPr>
          <p:cNvSpPr/>
          <p:nvPr/>
        </p:nvSpPr>
        <p:spPr>
          <a:xfrm>
            <a:off x="15239871" y="21045650"/>
            <a:ext cx="1931954" cy="1152416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Signal with noise reduction (DNN+WT)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6D0B18DF-1C28-83F2-211D-E7AB38A39FF8}"/>
              </a:ext>
            </a:extLst>
          </p:cNvPr>
          <p:cNvSpPr txBox="1"/>
          <p:nvPr/>
        </p:nvSpPr>
        <p:spPr>
          <a:xfrm>
            <a:off x="8074973" y="22738069"/>
            <a:ext cx="1759355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Decomposition analysis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2B296A-5D8D-3813-CAE4-E7436F4E64FD}"/>
              </a:ext>
            </a:extLst>
          </p:cNvPr>
          <p:cNvSpPr txBox="1"/>
          <p:nvPr/>
        </p:nvSpPr>
        <p:spPr>
          <a:xfrm>
            <a:off x="10519906" y="22738074"/>
            <a:ext cx="175935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1" b="1" dirty="0"/>
              <a:t>Thresholding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24DF4629-6867-F9E2-0D4B-78CF85E64B87}"/>
              </a:ext>
            </a:extLst>
          </p:cNvPr>
          <p:cNvCxnSpPr>
            <a:stCxn id="134" idx="3"/>
            <a:endCxn id="135" idx="1"/>
          </p:cNvCxnSpPr>
          <p:nvPr/>
        </p:nvCxnSpPr>
        <p:spPr>
          <a:xfrm>
            <a:off x="7513104" y="21621820"/>
            <a:ext cx="47889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2329CA5C-DC62-C6D0-F122-85A62A0CD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7566" y="21044076"/>
            <a:ext cx="1523997" cy="1165860"/>
          </a:xfrm>
          <a:prstGeom prst="rect">
            <a:avLst/>
          </a:prstGeom>
        </p:spPr>
      </p:pic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86C0275-E8C5-20F8-5507-CB63800122E7}"/>
              </a:ext>
            </a:extLst>
          </p:cNvPr>
          <p:cNvCxnSpPr>
            <a:cxnSpLocks/>
            <a:stCxn id="135" idx="3"/>
            <a:endCxn id="146" idx="1"/>
          </p:cNvCxnSpPr>
          <p:nvPr/>
        </p:nvCxnSpPr>
        <p:spPr>
          <a:xfrm>
            <a:off x="9929061" y="21621872"/>
            <a:ext cx="708520" cy="514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F6A26C0-96C5-D7CB-C8B8-E01D00F6EF30}"/>
              </a:ext>
            </a:extLst>
          </p:cNvPr>
          <p:cNvCxnSpPr>
            <a:cxnSpLocks/>
            <a:stCxn id="138" idx="2"/>
            <a:endCxn id="146" idx="0"/>
          </p:cNvCxnSpPr>
          <p:nvPr/>
        </p:nvCxnSpPr>
        <p:spPr>
          <a:xfrm flipH="1">
            <a:off x="11399551" y="20605763"/>
            <a:ext cx="0" cy="438331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6724835-9C56-7301-58C3-3A0678B6E8D8}"/>
              </a:ext>
            </a:extLst>
          </p:cNvPr>
          <p:cNvCxnSpPr>
            <a:stCxn id="146" idx="3"/>
            <a:endCxn id="139" idx="1"/>
          </p:cNvCxnSpPr>
          <p:nvPr/>
        </p:nvCxnSpPr>
        <p:spPr>
          <a:xfrm flipV="1">
            <a:off x="12161582" y="21621872"/>
            <a:ext cx="662342" cy="5148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93279C6C-1A5A-0A21-BFDD-CB0FC16A0613}"/>
              </a:ext>
            </a:extLst>
          </p:cNvPr>
          <p:cNvCxnSpPr>
            <a:stCxn id="139" idx="3"/>
            <a:endCxn id="140" idx="1"/>
          </p:cNvCxnSpPr>
          <p:nvPr/>
        </p:nvCxnSpPr>
        <p:spPr>
          <a:xfrm>
            <a:off x="14760987" y="21621820"/>
            <a:ext cx="478898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34B14A1C-7776-9068-3C77-ACB08186E871}"/>
              </a:ext>
            </a:extLst>
          </p:cNvPr>
          <p:cNvCxnSpPr>
            <a:stCxn id="140" idx="3"/>
            <a:endCxn id="102" idx="1"/>
          </p:cNvCxnSpPr>
          <p:nvPr/>
        </p:nvCxnSpPr>
        <p:spPr>
          <a:xfrm flipV="1">
            <a:off x="17171829" y="21611269"/>
            <a:ext cx="1435773" cy="10580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423DFD60-693B-D3C5-A6FC-00F22B7976B7}"/>
              </a:ext>
            </a:extLst>
          </p:cNvPr>
          <p:cNvSpPr/>
          <p:nvPr/>
        </p:nvSpPr>
        <p:spPr>
          <a:xfrm>
            <a:off x="25465741" y="23687886"/>
            <a:ext cx="5503469" cy="1095487"/>
          </a:xfrm>
          <a:prstGeom prst="roundRect">
            <a:avLst/>
          </a:prstGeom>
          <a:solidFill>
            <a:srgbClr val="FFD5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voice signal after applying DNN and WT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3D1C6694-7A96-18C5-B3A1-457F8F4B08F9}"/>
              </a:ext>
            </a:extLst>
          </p:cNvPr>
          <p:cNvCxnSpPr>
            <a:cxnSpLocks/>
            <a:stCxn id="102" idx="2"/>
            <a:endCxn id="170" idx="1"/>
          </p:cNvCxnSpPr>
          <p:nvPr/>
        </p:nvCxnSpPr>
        <p:spPr>
          <a:xfrm rot="16200000" flipH="1">
            <a:off x="23590484" y="22360388"/>
            <a:ext cx="950467" cy="2800056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Picture 174">
            <a:extLst>
              <a:ext uri="{FF2B5EF4-FFF2-40B4-BE49-F238E27FC236}">
                <a16:creationId xmlns:a16="http://schemas.microsoft.com/office/drawing/2014/main" id="{AC9C2B0A-3F1C-B606-DC89-22CCB153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6125" y="22700551"/>
            <a:ext cx="1102654" cy="607356"/>
          </a:xfrm>
          <a:prstGeom prst="rect">
            <a:avLst/>
          </a:prstGeom>
        </p:spPr>
      </p:pic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B2920EE0-AF27-90C0-5457-EED4CC4851D9}"/>
              </a:ext>
            </a:extLst>
          </p:cNvPr>
          <p:cNvSpPr/>
          <p:nvPr/>
        </p:nvSpPr>
        <p:spPr>
          <a:xfrm>
            <a:off x="32629277" y="11156767"/>
            <a:ext cx="6879365" cy="11446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identification model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310EC6F8-B65F-1142-C6FC-1B296573D184}"/>
              </a:ext>
            </a:extLst>
          </p:cNvPr>
          <p:cNvSpPr/>
          <p:nvPr/>
        </p:nvSpPr>
        <p:spPr>
          <a:xfrm>
            <a:off x="39764241" y="11156767"/>
            <a:ext cx="6879365" cy="1144629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recognizer</a:t>
            </a:r>
            <a:endParaRPr lang="es-MX" sz="2797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9" name="Connector: Elbow 218">
            <a:extLst>
              <a:ext uri="{FF2B5EF4-FFF2-40B4-BE49-F238E27FC236}">
                <a16:creationId xmlns:a16="http://schemas.microsoft.com/office/drawing/2014/main" id="{24CC3047-7448-AFDF-3CF4-8280491B3EBB}"/>
              </a:ext>
            </a:extLst>
          </p:cNvPr>
          <p:cNvCxnSpPr>
            <a:cxnSpLocks/>
            <a:stCxn id="8" idx="0"/>
            <a:endCxn id="174" idx="0"/>
          </p:cNvCxnSpPr>
          <p:nvPr/>
        </p:nvCxnSpPr>
        <p:spPr>
          <a:xfrm rot="16200000" flipH="1">
            <a:off x="23196010" y="-6400426"/>
            <a:ext cx="893540" cy="31986673"/>
          </a:xfrm>
          <a:prstGeom prst="bentConnector3">
            <a:avLst>
              <a:gd name="adj1" fmla="val -25584"/>
            </a:avLst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: Elbow 233">
            <a:extLst>
              <a:ext uri="{FF2B5EF4-FFF2-40B4-BE49-F238E27FC236}">
                <a16:creationId xmlns:a16="http://schemas.microsoft.com/office/drawing/2014/main" id="{8D351FC3-F464-4000-B0D2-EB436DB44CEA}"/>
              </a:ext>
            </a:extLst>
          </p:cNvPr>
          <p:cNvCxnSpPr>
            <a:cxnSpLocks/>
            <a:stCxn id="170" idx="3"/>
            <a:endCxn id="174" idx="2"/>
          </p:cNvCxnSpPr>
          <p:nvPr/>
        </p:nvCxnSpPr>
        <p:spPr>
          <a:xfrm flipV="1">
            <a:off x="30969210" y="23687877"/>
            <a:ext cx="8666933" cy="547753"/>
          </a:xfrm>
          <a:prstGeom prst="bentConnector2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EBDB2DE-CF17-2D62-E0C1-46A81358E4B7}"/>
              </a:ext>
            </a:extLst>
          </p:cNvPr>
          <p:cNvSpPr/>
          <p:nvPr/>
        </p:nvSpPr>
        <p:spPr>
          <a:xfrm>
            <a:off x="32981139" y="13570874"/>
            <a:ext cx="3766051" cy="77435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Training data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C3562A6D-D5D9-AC02-45B1-18C213BDF619}"/>
              </a:ext>
            </a:extLst>
          </p:cNvPr>
          <p:cNvSpPr/>
          <p:nvPr/>
        </p:nvSpPr>
        <p:spPr>
          <a:xfrm>
            <a:off x="36956658" y="13570874"/>
            <a:ext cx="2052733" cy="774351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test data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21BE2E40-EAFE-7584-9765-5AF045FDB160}"/>
              </a:ext>
            </a:extLst>
          </p:cNvPr>
          <p:cNvSpPr/>
          <p:nvPr/>
        </p:nvSpPr>
        <p:spPr>
          <a:xfrm>
            <a:off x="32981139" y="1488871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Extract MFCC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DC61F310-7F1C-8CFD-8896-1B016A8D79DC}"/>
              </a:ext>
            </a:extLst>
          </p:cNvPr>
          <p:cNvSpPr/>
          <p:nvPr/>
        </p:nvSpPr>
        <p:spPr>
          <a:xfrm>
            <a:off x="32981139" y="16322742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128B59FF-A744-7DBB-F7BB-409B822A624F}"/>
              </a:ext>
            </a:extLst>
          </p:cNvPr>
          <p:cNvSpPr/>
          <p:nvPr/>
        </p:nvSpPr>
        <p:spPr>
          <a:xfrm>
            <a:off x="32981139" y="1230928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Join audios</a:t>
            </a:r>
          </a:p>
          <a:p>
            <a:pPr algn="ctr"/>
            <a:r>
              <a:rPr lang="en-US" sz="1602" b="1" dirty="0">
                <a:solidFill>
                  <a:schemeClr val="tx1"/>
                </a:solidFill>
              </a:rPr>
              <a:t>(Only the clean and enhanced audios)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F0A0D621-3AA0-A9BC-C74F-B9BBFF472A2F}"/>
              </a:ext>
            </a:extLst>
          </p:cNvPr>
          <p:cNvSpPr/>
          <p:nvPr/>
        </p:nvSpPr>
        <p:spPr>
          <a:xfrm>
            <a:off x="32981139" y="1768084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Train learning model (VGG-Like)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4AF62425-BCFF-F752-AF01-770873257072}"/>
              </a:ext>
            </a:extLst>
          </p:cNvPr>
          <p:cNvSpPr/>
          <p:nvPr/>
        </p:nvSpPr>
        <p:spPr>
          <a:xfrm>
            <a:off x="32981139" y="19120968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4D109CF4-0763-0F60-ADAA-573185AA53C5}"/>
              </a:ext>
            </a:extLst>
          </p:cNvPr>
          <p:cNvSpPr/>
          <p:nvPr/>
        </p:nvSpPr>
        <p:spPr>
          <a:xfrm>
            <a:off x="32981135" y="20100179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Accuracy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A62EE49-55B5-EB07-280D-51A160D706E7}"/>
              </a:ext>
            </a:extLst>
          </p:cNvPr>
          <p:cNvSpPr/>
          <p:nvPr/>
        </p:nvSpPr>
        <p:spPr>
          <a:xfrm>
            <a:off x="37337402" y="20129388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ROC curve – AUC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B4EE2A23-E555-0DB5-7E40-28587B8BF192}"/>
              </a:ext>
            </a:extLst>
          </p:cNvPr>
          <p:cNvSpPr/>
          <p:nvPr/>
        </p:nvSpPr>
        <p:spPr>
          <a:xfrm>
            <a:off x="35159264" y="20116523"/>
            <a:ext cx="1687684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F1-Score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DAFC593-AB08-ACC3-5610-2DC74AC78A97}"/>
              </a:ext>
            </a:extLst>
          </p:cNvPr>
          <p:cNvSpPr/>
          <p:nvPr/>
        </p:nvSpPr>
        <p:spPr>
          <a:xfrm>
            <a:off x="32981135" y="21095725"/>
            <a:ext cx="2848092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Specificity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95C1E4FD-6D6A-A90B-72DB-7F0806C26C22}"/>
              </a:ext>
            </a:extLst>
          </p:cNvPr>
          <p:cNvSpPr/>
          <p:nvPr/>
        </p:nvSpPr>
        <p:spPr>
          <a:xfrm>
            <a:off x="36181080" y="21088065"/>
            <a:ext cx="2848092" cy="890570"/>
          </a:xfrm>
          <a:prstGeom prst="rect">
            <a:avLst/>
          </a:prstGeom>
          <a:solidFill>
            <a:schemeClr val="bg1"/>
          </a:solidFill>
          <a:ln w="381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Sensitivity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06F1B76D-4FCF-F7C4-A4FE-696215857DF1}"/>
              </a:ext>
            </a:extLst>
          </p:cNvPr>
          <p:cNvSpPr/>
          <p:nvPr/>
        </p:nvSpPr>
        <p:spPr>
          <a:xfrm>
            <a:off x="40212868" y="1234138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Load pre-trained </a:t>
            </a:r>
            <a:r>
              <a:rPr lang="en-US" sz="1602" b="1" dirty="0" err="1">
                <a:solidFill>
                  <a:schemeClr val="tx1"/>
                </a:solidFill>
              </a:rPr>
              <a:t>LibriSpeech</a:t>
            </a:r>
            <a:r>
              <a:rPr lang="en-US" sz="1602" b="1" dirty="0">
                <a:solidFill>
                  <a:schemeClr val="tx1"/>
                </a:solidFill>
              </a:rPr>
              <a:t> model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BCBA27CC-E159-AC97-9EA5-AAD3FF62F08C}"/>
              </a:ext>
            </a:extLst>
          </p:cNvPr>
          <p:cNvSpPr/>
          <p:nvPr/>
        </p:nvSpPr>
        <p:spPr>
          <a:xfrm>
            <a:off x="40263607" y="13567490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Model evaluation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9BFA79E-004A-B4CD-BD8C-946814B0A8EE}"/>
              </a:ext>
            </a:extLst>
          </p:cNvPr>
          <p:cNvSpPr/>
          <p:nvPr/>
        </p:nvSpPr>
        <p:spPr>
          <a:xfrm>
            <a:off x="40212863" y="14842354"/>
            <a:ext cx="2777815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Clean audios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CE43EA15-DAED-9297-ADB4-9CA89DC91BFF}"/>
              </a:ext>
            </a:extLst>
          </p:cNvPr>
          <p:cNvSpPr/>
          <p:nvPr/>
        </p:nvSpPr>
        <p:spPr>
          <a:xfrm>
            <a:off x="43500254" y="14842354"/>
            <a:ext cx="2777815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Noisy audios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B92DB7CC-C69D-93D2-DE16-393321707EEE}"/>
              </a:ext>
            </a:extLst>
          </p:cNvPr>
          <p:cNvSpPr/>
          <p:nvPr/>
        </p:nvSpPr>
        <p:spPr>
          <a:xfrm>
            <a:off x="40263607" y="16194274"/>
            <a:ext cx="6043941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with deep neural network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BC614DE1-4A7E-4028-8068-27F5DD747D91}"/>
              </a:ext>
            </a:extLst>
          </p:cNvPr>
          <p:cNvSpPr/>
          <p:nvPr/>
        </p:nvSpPr>
        <p:spPr>
          <a:xfrm>
            <a:off x="40262422" y="17445997"/>
            <a:ext cx="6043941" cy="890570"/>
          </a:xfrm>
          <a:prstGeom prst="rect">
            <a:avLst/>
          </a:prstGeom>
          <a:solidFill>
            <a:schemeClr val="bg1"/>
          </a:solidFill>
          <a:ln w="381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Audios enhanced after applying DNN and WT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AE9800F7-81BF-1E34-BBA5-F05AC10A9137}"/>
              </a:ext>
            </a:extLst>
          </p:cNvPr>
          <p:cNvSpPr/>
          <p:nvPr/>
        </p:nvSpPr>
        <p:spPr>
          <a:xfrm>
            <a:off x="40181953" y="18918753"/>
            <a:ext cx="6043941" cy="89057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2" b="1" dirty="0">
                <a:solidFill>
                  <a:schemeClr val="tx1"/>
                </a:solidFill>
              </a:rPr>
              <a:t>Get the Word Error Rate for the source and target domains</a:t>
            </a:r>
          </a:p>
        </p:txBody>
      </p:sp>
      <p:cxnSp>
        <p:nvCxnSpPr>
          <p:cNvPr id="282" name="Connector: Elbow 281">
            <a:extLst>
              <a:ext uri="{FF2B5EF4-FFF2-40B4-BE49-F238E27FC236}">
                <a16:creationId xmlns:a16="http://schemas.microsoft.com/office/drawing/2014/main" id="{C76DB2F9-0217-BC75-113E-AEA1D70227E6}"/>
              </a:ext>
            </a:extLst>
          </p:cNvPr>
          <p:cNvCxnSpPr>
            <a:stCxn id="101" idx="3"/>
            <a:endCxn id="174" idx="1"/>
          </p:cNvCxnSpPr>
          <p:nvPr/>
        </p:nvCxnSpPr>
        <p:spPr>
          <a:xfrm flipV="1">
            <a:off x="29941161" y="16863825"/>
            <a:ext cx="2240708" cy="826047"/>
          </a:xfrm>
          <a:prstGeom prst="bentConnector3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80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7">
            <a:extLst>
              <a:ext uri="{FF2B5EF4-FFF2-40B4-BE49-F238E27FC236}">
                <a16:creationId xmlns:a16="http://schemas.microsoft.com/office/drawing/2014/main" id="{D610ECB7-76DD-2A9C-6F9E-31FF8203E1E7}"/>
              </a:ext>
            </a:extLst>
          </p:cNvPr>
          <p:cNvSpPr/>
          <p:nvPr/>
        </p:nvSpPr>
        <p:spPr>
          <a:xfrm>
            <a:off x="5119251" y="10560588"/>
            <a:ext cx="9517990" cy="7871422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MX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Preprocesamiento</a:t>
            </a:r>
          </a:p>
        </p:txBody>
      </p:sp>
      <p:sp>
        <p:nvSpPr>
          <p:cNvPr id="5" name="Rectangle: Rounded Corners 6">
            <a:extLst>
              <a:ext uri="{FF2B5EF4-FFF2-40B4-BE49-F238E27FC236}">
                <a16:creationId xmlns:a16="http://schemas.microsoft.com/office/drawing/2014/main" id="{07311A7A-EDB2-6A96-9D91-8E23CF421AEC}"/>
              </a:ext>
            </a:extLst>
          </p:cNvPr>
          <p:cNvSpPr/>
          <p:nvPr/>
        </p:nvSpPr>
        <p:spPr>
          <a:xfrm>
            <a:off x="5119251" y="8811063"/>
            <a:ext cx="9517990" cy="1154161"/>
          </a:xfrm>
          <a:prstGeom prst="roundRect">
            <a:avLst/>
          </a:prstGeom>
          <a:solidFill>
            <a:srgbClr val="A3D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79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Señal de voz base (LIBRESPEECH)</a:t>
            </a:r>
          </a:p>
        </p:txBody>
      </p:sp>
      <p:sp>
        <p:nvSpPr>
          <p:cNvPr id="26" name="Rectangle: Rounded Corners 16">
            <a:extLst>
              <a:ext uri="{FF2B5EF4-FFF2-40B4-BE49-F238E27FC236}">
                <a16:creationId xmlns:a16="http://schemas.microsoft.com/office/drawing/2014/main" id="{130845F4-BABE-4185-2676-15F7326BFC51}"/>
              </a:ext>
            </a:extLst>
          </p:cNvPr>
          <p:cNvSpPr/>
          <p:nvPr/>
        </p:nvSpPr>
        <p:spPr>
          <a:xfrm>
            <a:off x="5674228" y="14551048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las señales de voz base añadir señales con ruido respecto a Relación Señal-Ruido.</a:t>
            </a:r>
          </a:p>
          <a:p>
            <a:pPr marL="286040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Relación Señal-Ruido [-9, -6, -3, 0, 3, 6, 9] dB</a:t>
            </a:r>
          </a:p>
          <a:p>
            <a:pPr marL="743730" lvl="1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fuente</a:t>
            </a:r>
          </a:p>
          <a:p>
            <a:pPr marL="743730" lvl="1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Dominio destino</a:t>
            </a:r>
          </a:p>
        </p:txBody>
      </p:sp>
      <p:sp>
        <p:nvSpPr>
          <p:cNvPr id="28" name="Rectangle: Rounded Corners 16">
            <a:extLst>
              <a:ext uri="{FF2B5EF4-FFF2-40B4-BE49-F238E27FC236}">
                <a16:creationId xmlns:a16="http://schemas.microsoft.com/office/drawing/2014/main" id="{4A535A89-6419-677C-925E-91789ACA7688}"/>
              </a:ext>
            </a:extLst>
          </p:cNvPr>
          <p:cNvSpPr/>
          <p:nvPr/>
        </p:nvSpPr>
        <p:spPr>
          <a:xfrm>
            <a:off x="5638658" y="12990571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cada señal (voz y/0 ruido) aplicar si es necesario:</a:t>
            </a:r>
          </a:p>
          <a:p>
            <a:pPr marL="286040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Dejar en un solo canal</a:t>
            </a:r>
          </a:p>
          <a:p>
            <a:pPr marL="286040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 muestreo</a:t>
            </a:r>
          </a:p>
        </p:txBody>
      </p:sp>
      <p:sp>
        <p:nvSpPr>
          <p:cNvPr id="29" name="Rectangle: Rounded Corners 16">
            <a:extLst>
              <a:ext uri="{FF2B5EF4-FFF2-40B4-BE49-F238E27FC236}">
                <a16:creationId xmlns:a16="http://schemas.microsoft.com/office/drawing/2014/main" id="{B0D4A807-0267-17FE-49B8-7A4C5E69948A}"/>
              </a:ext>
            </a:extLst>
          </p:cNvPr>
          <p:cNvSpPr/>
          <p:nvPr/>
        </p:nvSpPr>
        <p:spPr>
          <a:xfrm>
            <a:off x="5638658" y="11430094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Mantener las señales de audio base para referencia</a:t>
            </a:r>
          </a:p>
        </p:txBody>
      </p:sp>
      <p:sp>
        <p:nvSpPr>
          <p:cNvPr id="2" name="Rectangle: Rounded Corners 16">
            <a:extLst>
              <a:ext uri="{FF2B5EF4-FFF2-40B4-BE49-F238E27FC236}">
                <a16:creationId xmlns:a16="http://schemas.microsoft.com/office/drawing/2014/main" id="{6D5EAC62-7C5F-6336-29CE-F50EC67C9244}"/>
              </a:ext>
            </a:extLst>
          </p:cNvPr>
          <p:cNvSpPr/>
          <p:nvPr/>
        </p:nvSpPr>
        <p:spPr>
          <a:xfrm>
            <a:off x="5638658" y="16111525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Tomar 20 locutores de LIBRESPEECH con 100 audios.</a:t>
            </a:r>
          </a:p>
          <a:p>
            <a:pPr marL="286040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80% de audios para la fase de entrenamiento</a:t>
            </a:r>
          </a:p>
          <a:p>
            <a:pPr marL="286040" indent="-286040" algn="just">
              <a:buFont typeface="Arial" panose="020B0604020202020204" pitchFamily="34" charset="0"/>
              <a:buChar char="•"/>
            </a:pPr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 de audios para la fase de pruebas</a:t>
            </a:r>
          </a:p>
        </p:txBody>
      </p:sp>
      <p:sp>
        <p:nvSpPr>
          <p:cNvPr id="4" name="Rectangle: Rounded Corners 16">
            <a:extLst>
              <a:ext uri="{FF2B5EF4-FFF2-40B4-BE49-F238E27FC236}">
                <a16:creationId xmlns:a16="http://schemas.microsoft.com/office/drawing/2014/main" id="{3C728A99-D909-3A77-9AD8-CCE88E35EE40}"/>
              </a:ext>
            </a:extLst>
          </p:cNvPr>
          <p:cNvSpPr/>
          <p:nvPr/>
        </p:nvSpPr>
        <p:spPr>
          <a:xfrm>
            <a:off x="5516760" y="17672003"/>
            <a:ext cx="8408074" cy="1381906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s-MX" sz="1602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la validación de LIBRESPEECH seleccionar 10 LOCUTORES, y tomar 100 audios de los </a:t>
            </a:r>
            <a:r>
              <a:rPr lang="es-MX" sz="1602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locutores.  </a:t>
            </a:r>
            <a:endParaRPr lang="es-MX" sz="1602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6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85821C8-8F20-AC1A-B409-4C69FF686BCE}"/>
              </a:ext>
            </a:extLst>
          </p:cNvPr>
          <p:cNvSpPr/>
          <p:nvPr/>
        </p:nvSpPr>
        <p:spPr>
          <a:xfrm>
            <a:off x="3999708" y="13844802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Formulación del problema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296BF1C-733F-DF85-C052-02E68146062D}"/>
              </a:ext>
            </a:extLst>
          </p:cNvPr>
          <p:cNvSpPr/>
          <p:nvPr/>
        </p:nvSpPr>
        <p:spPr>
          <a:xfrm>
            <a:off x="10552912" y="21600375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Revisión critica de la literatura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4395D1-1E0E-89C3-1EAD-FF7C6174CD4E}"/>
              </a:ext>
            </a:extLst>
          </p:cNvPr>
          <p:cNvSpPr/>
          <p:nvPr/>
        </p:nvSpPr>
        <p:spPr>
          <a:xfrm>
            <a:off x="17126585" y="13844802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técnicas de procesamiento para el reconocimiento de voz en entornos ruidosos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E94F522-633D-3020-27E8-CC16716DDA3E}"/>
              </a:ext>
            </a:extLst>
          </p:cNvPr>
          <p:cNvSpPr/>
          <p:nvPr/>
        </p:nvSpPr>
        <p:spPr>
          <a:xfrm>
            <a:off x="36806675" y="21600375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Validación de la propuesta de investigación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C63F04-E1FC-5767-DCE6-A215AF080EBD}"/>
              </a:ext>
            </a:extLst>
          </p:cNvPr>
          <p:cNvSpPr/>
          <p:nvPr/>
        </p:nvSpPr>
        <p:spPr>
          <a:xfrm>
            <a:off x="30253471" y="13844802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Desarrollo conceptual y experimental de la propuesta de investigación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78A45E-CC41-040D-5D04-B9239192C1F7}"/>
              </a:ext>
            </a:extLst>
          </p:cNvPr>
          <p:cNvSpPr/>
          <p:nvPr/>
        </p:nvSpPr>
        <p:spPr>
          <a:xfrm>
            <a:off x="23679789" y="21600375"/>
            <a:ext cx="8900168" cy="5425437"/>
          </a:xfrm>
          <a:prstGeom prst="rect">
            <a:avLst/>
          </a:prstGeom>
          <a:solidFill>
            <a:srgbClr val="DEFAE6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Propuesta de investigación para eliminación de ruido en entornos ruidoso</a:t>
            </a:r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9F5DE887-C340-DAB5-4466-5510DFBF7B9F}"/>
              </a:ext>
            </a:extLst>
          </p:cNvPr>
          <p:cNvCxnSpPr>
            <a:stCxn id="4" idx="2"/>
            <a:endCxn id="5" idx="1"/>
          </p:cNvCxnSpPr>
          <p:nvPr/>
        </p:nvCxnSpPr>
        <p:spPr>
          <a:xfrm rot="16200000" flipH="1">
            <a:off x="6979960" y="20740100"/>
            <a:ext cx="5042850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309AFB1B-8EFE-32C5-9163-F9BED4F8FA99}"/>
              </a:ext>
            </a:extLst>
          </p:cNvPr>
          <p:cNvCxnSpPr>
            <a:stCxn id="5" idx="0"/>
            <a:endCxn id="6" idx="1"/>
          </p:cNvCxnSpPr>
          <p:nvPr/>
        </p:nvCxnSpPr>
        <p:spPr>
          <a:xfrm rot="5400000" flipH="1" flipV="1">
            <a:off x="13543403" y="18017128"/>
            <a:ext cx="5042850" cy="2123598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43E07ED1-1FDB-B601-609C-5E828F3FA3E0}"/>
              </a:ext>
            </a:extLst>
          </p:cNvPr>
          <p:cNvCxnSpPr>
            <a:stCxn id="6" idx="2"/>
            <a:endCxn id="9" idx="1"/>
          </p:cNvCxnSpPr>
          <p:nvPr/>
        </p:nvCxnSpPr>
        <p:spPr>
          <a:xfrm rot="16200000" flipH="1">
            <a:off x="20106846" y="20740100"/>
            <a:ext cx="5042850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363094C7-0C74-F9CB-B733-E6D77832BDE5}"/>
              </a:ext>
            </a:extLst>
          </p:cNvPr>
          <p:cNvCxnSpPr>
            <a:stCxn id="9" idx="0"/>
            <a:endCxn id="8" idx="1"/>
          </p:cNvCxnSpPr>
          <p:nvPr/>
        </p:nvCxnSpPr>
        <p:spPr>
          <a:xfrm rot="5400000" flipH="1" flipV="1">
            <a:off x="26670280" y="18017128"/>
            <a:ext cx="5042850" cy="2123598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E5CDB5F2-489C-7C09-83E7-7EC88E84AF9E}"/>
              </a:ext>
            </a:extLst>
          </p:cNvPr>
          <p:cNvCxnSpPr>
            <a:stCxn id="8" idx="2"/>
            <a:endCxn id="7" idx="1"/>
          </p:cNvCxnSpPr>
          <p:nvPr/>
        </p:nvCxnSpPr>
        <p:spPr>
          <a:xfrm rot="16200000" flipH="1">
            <a:off x="33233723" y="20740100"/>
            <a:ext cx="5042850" cy="2103120"/>
          </a:xfrm>
          <a:prstGeom prst="bentConnector2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11C02FB7-E7C9-D49A-4301-8229E51BA5EE}"/>
              </a:ext>
            </a:extLst>
          </p:cNvPr>
          <p:cNvSpPr/>
          <p:nvPr/>
        </p:nvSpPr>
        <p:spPr>
          <a:xfrm>
            <a:off x="11985505" y="12930385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5DEEB1E1-FFBB-0817-A268-C819E0F8A1D0}"/>
              </a:ext>
            </a:extLst>
          </p:cNvPr>
          <p:cNvSpPr/>
          <p:nvPr/>
        </p:nvSpPr>
        <p:spPr>
          <a:xfrm>
            <a:off x="18538700" y="20685948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CFE7286-C284-2EBE-6293-C07A917D4147}"/>
              </a:ext>
            </a:extLst>
          </p:cNvPr>
          <p:cNvSpPr/>
          <p:nvPr/>
        </p:nvSpPr>
        <p:spPr>
          <a:xfrm>
            <a:off x="25112372" y="12930385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36C976D2-7986-0F91-57DF-72529710326F}"/>
              </a:ext>
            </a:extLst>
          </p:cNvPr>
          <p:cNvSpPr/>
          <p:nvPr/>
        </p:nvSpPr>
        <p:spPr>
          <a:xfrm>
            <a:off x="31665586" y="20685948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23CFA76B-4206-6478-D2C0-2DCE14B66E8D}"/>
              </a:ext>
            </a:extLst>
          </p:cNvPr>
          <p:cNvSpPr/>
          <p:nvPr/>
        </p:nvSpPr>
        <p:spPr>
          <a:xfrm>
            <a:off x="38239268" y="12930385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1506895D-6B19-3847-2865-67DD84A2570C}"/>
              </a:ext>
            </a:extLst>
          </p:cNvPr>
          <p:cNvSpPr/>
          <p:nvPr/>
        </p:nvSpPr>
        <p:spPr>
          <a:xfrm>
            <a:off x="44792463" y="20685948"/>
            <a:ext cx="1828798" cy="1828798"/>
          </a:xfrm>
          <a:prstGeom prst="ellipse">
            <a:avLst/>
          </a:prstGeom>
          <a:solidFill>
            <a:srgbClr val="DEFA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7215" b="1" dirty="0">
                <a:solidFill>
                  <a:schemeClr val="tx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61251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380BFD-F962-3516-A03C-5ED26A017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8160" y="10864289"/>
            <a:ext cx="30403795" cy="214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4AD1D15-4363-7D06-0E6B-BBAB914A4FF9}"/>
              </a:ext>
            </a:extLst>
          </p:cNvPr>
          <p:cNvSpPr txBox="1"/>
          <p:nvPr/>
        </p:nvSpPr>
        <p:spPr>
          <a:xfrm>
            <a:off x="38023832" y="29945841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Tiempo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A4759-F8A9-EB59-6DBD-76ADB0A0238A}"/>
              </a:ext>
            </a:extLst>
          </p:cNvPr>
          <p:cNvSpPr txBox="1"/>
          <p:nvPr/>
        </p:nvSpPr>
        <p:spPr>
          <a:xfrm>
            <a:off x="38557232" y="15124938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Tiempo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32B3B-278A-40C8-D5DC-9AA25749B049}"/>
              </a:ext>
            </a:extLst>
          </p:cNvPr>
          <p:cNvSpPr txBox="1"/>
          <p:nvPr/>
        </p:nvSpPr>
        <p:spPr>
          <a:xfrm rot="16200000">
            <a:off x="6931055" y="27671864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Frecuencia</a:t>
            </a:r>
          </a:p>
        </p:txBody>
      </p:sp>
    </p:spTree>
    <p:extLst>
      <p:ext uri="{BB962C8B-B14F-4D97-AF65-F5344CB8AC3E}">
        <p14:creationId xmlns:p14="http://schemas.microsoft.com/office/powerpoint/2010/main" val="244736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5F6F-81DC-1C59-CD4B-25EBBD157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FB7131-7CC9-4AF0-ECAF-1D112D6FC512}"/>
              </a:ext>
            </a:extLst>
          </p:cNvPr>
          <p:cNvSpPr txBox="1"/>
          <p:nvPr/>
        </p:nvSpPr>
        <p:spPr>
          <a:xfrm>
            <a:off x="38557232" y="15124938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Tiempo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935B80-F3D6-0F6A-ECC7-146E59F5E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51" y="14475632"/>
            <a:ext cx="44805593" cy="14249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C76A68-1BF8-4046-FFD4-6AE8A0C222A3}"/>
              </a:ext>
            </a:extLst>
          </p:cNvPr>
          <p:cNvSpPr txBox="1"/>
          <p:nvPr/>
        </p:nvSpPr>
        <p:spPr>
          <a:xfrm>
            <a:off x="3771933" y="27431247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 j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B5AAF6-1E05-C7E7-F3AF-4997815DB4E6}"/>
              </a:ext>
            </a:extLst>
          </p:cNvPr>
          <p:cNvSpPr txBox="1"/>
          <p:nvPr/>
        </p:nvSpPr>
        <p:spPr>
          <a:xfrm>
            <a:off x="40687656" y="27010544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Nivel j-1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B4029-33D2-E770-52BB-91C1295ECD17}"/>
              </a:ext>
            </a:extLst>
          </p:cNvPr>
          <p:cNvSpPr txBox="1"/>
          <p:nvPr/>
        </p:nvSpPr>
        <p:spPr>
          <a:xfrm>
            <a:off x="24079232" y="24901110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Pasa altas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85844-BDA0-C9F0-19D7-EBD857E87CE8}"/>
              </a:ext>
            </a:extLst>
          </p:cNvPr>
          <p:cNvSpPr txBox="1"/>
          <p:nvPr/>
        </p:nvSpPr>
        <p:spPr>
          <a:xfrm>
            <a:off x="24117333" y="14306128"/>
            <a:ext cx="7315203" cy="16328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1001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Pasa bajas</a:t>
            </a:r>
          </a:p>
        </p:txBody>
      </p:sp>
    </p:spTree>
    <p:extLst>
      <p:ext uri="{BB962C8B-B14F-4D97-AF65-F5344CB8AC3E}">
        <p14:creationId xmlns:p14="http://schemas.microsoft.com/office/powerpoint/2010/main" val="33364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BBDE00F-2532-941D-2B94-D22A8A1799F2}"/>
              </a:ext>
            </a:extLst>
          </p:cNvPr>
          <p:cNvSpPr/>
          <p:nvPr/>
        </p:nvSpPr>
        <p:spPr>
          <a:xfrm>
            <a:off x="742379" y="9028940"/>
            <a:ext cx="64626770" cy="17586963"/>
          </a:xfrm>
          <a:prstGeom prst="rect">
            <a:avLst/>
          </a:prstGeom>
          <a:solidFill>
            <a:srgbClr val="EDEDE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B95BAD3-27E5-E06B-AF5D-C4B657474AD2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767" y="11079170"/>
            <a:ext cx="7560003" cy="575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FCFE5C-23D5-72ED-E32A-1B164CBE4BE0}"/>
              </a:ext>
            </a:extLst>
          </p:cNvPr>
          <p:cNvSpPr/>
          <p:nvPr/>
        </p:nvSpPr>
        <p:spPr>
          <a:xfrm>
            <a:off x="2637767" y="17906241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B42FC0-E1C8-7299-8308-085FE983C19C}"/>
              </a:ext>
            </a:extLst>
          </p:cNvPr>
          <p:cNvSpPr/>
          <p:nvPr/>
        </p:nvSpPr>
        <p:spPr>
          <a:xfrm>
            <a:off x="2697767" y="10990425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2CE392-76FF-5554-91E2-E6D32C8BFA5B}"/>
              </a:ext>
            </a:extLst>
          </p:cNvPr>
          <p:cNvSpPr/>
          <p:nvPr/>
        </p:nvSpPr>
        <p:spPr>
          <a:xfrm>
            <a:off x="6100003" y="18084472"/>
            <a:ext cx="3775532" cy="518156"/>
          </a:xfrm>
          <a:prstGeom prst="roundRect">
            <a:avLst/>
          </a:prstGeom>
          <a:solidFill>
            <a:srgbClr val="F1C23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1309D1-5B6C-FB65-4ECD-53C848731BA7}"/>
              </a:ext>
            </a:extLst>
          </p:cNvPr>
          <p:cNvSpPr/>
          <p:nvPr/>
        </p:nvSpPr>
        <p:spPr>
          <a:xfrm>
            <a:off x="2851633" y="18084472"/>
            <a:ext cx="2411998" cy="518156"/>
          </a:xfrm>
          <a:prstGeom prst="roundRect">
            <a:avLst/>
          </a:prstGeom>
          <a:solidFill>
            <a:srgbClr val="F1C23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278446-4916-34CD-9107-EA38BADA5C87}"/>
              </a:ext>
            </a:extLst>
          </p:cNvPr>
          <p:cNvSpPr/>
          <p:nvPr/>
        </p:nvSpPr>
        <p:spPr>
          <a:xfrm>
            <a:off x="4498571" y="18780866"/>
            <a:ext cx="2411998" cy="518156"/>
          </a:xfrm>
          <a:prstGeom prst="roundRect">
            <a:avLst/>
          </a:prstGeom>
          <a:solidFill>
            <a:srgbClr val="6AA84F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B8BF62-0B96-56D0-27DF-45A30480EFF0}"/>
              </a:ext>
            </a:extLst>
          </p:cNvPr>
          <p:cNvSpPr/>
          <p:nvPr/>
        </p:nvSpPr>
        <p:spPr>
          <a:xfrm>
            <a:off x="6707548" y="19444990"/>
            <a:ext cx="3168005" cy="518156"/>
          </a:xfrm>
          <a:prstGeom prst="roundRect">
            <a:avLst/>
          </a:prstGeom>
          <a:solidFill>
            <a:srgbClr val="45818E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C6092A0-D79B-3DBA-F589-C7759E74F83E}"/>
              </a:ext>
            </a:extLst>
          </p:cNvPr>
          <p:cNvSpPr/>
          <p:nvPr/>
        </p:nvSpPr>
        <p:spPr>
          <a:xfrm>
            <a:off x="3088659" y="20141376"/>
            <a:ext cx="3168005" cy="5181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9238CF2-BDD1-DF5E-5CC4-D619CD596648}"/>
              </a:ext>
            </a:extLst>
          </p:cNvPr>
          <p:cNvSpPr/>
          <p:nvPr/>
        </p:nvSpPr>
        <p:spPr>
          <a:xfrm>
            <a:off x="6707539" y="20141376"/>
            <a:ext cx="2411998" cy="5181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67F54A-BF96-5042-2E0F-2E3E12B3DD00}"/>
              </a:ext>
            </a:extLst>
          </p:cNvPr>
          <p:cNvSpPr/>
          <p:nvPr/>
        </p:nvSpPr>
        <p:spPr>
          <a:xfrm>
            <a:off x="3679633" y="20837761"/>
            <a:ext cx="3168005" cy="51815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02D2C0C-75F4-392D-F112-A70697F0CF29}"/>
              </a:ext>
            </a:extLst>
          </p:cNvPr>
          <p:cNvSpPr/>
          <p:nvPr/>
        </p:nvSpPr>
        <p:spPr>
          <a:xfrm>
            <a:off x="7480027" y="20847687"/>
            <a:ext cx="2376011" cy="51815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47EA3B-15C4-307A-632E-11CE4A209FB7}"/>
              </a:ext>
            </a:extLst>
          </p:cNvPr>
          <p:cNvSpPr/>
          <p:nvPr/>
        </p:nvSpPr>
        <p:spPr>
          <a:xfrm>
            <a:off x="5795765" y="21544072"/>
            <a:ext cx="2376011" cy="518156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B565818-DA17-F9C8-293F-A91DBB491CEC}"/>
              </a:ext>
            </a:extLst>
          </p:cNvPr>
          <p:cNvSpPr/>
          <p:nvPr/>
        </p:nvSpPr>
        <p:spPr>
          <a:xfrm>
            <a:off x="3208216" y="22250383"/>
            <a:ext cx="3775532" cy="518156"/>
          </a:xfrm>
          <a:prstGeom prst="roundRect">
            <a:avLst/>
          </a:prstGeom>
          <a:solidFill>
            <a:srgbClr val="45818E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270681-CD9D-8DB4-E37B-F015AF72D921}"/>
              </a:ext>
            </a:extLst>
          </p:cNvPr>
          <p:cNvSpPr/>
          <p:nvPr/>
        </p:nvSpPr>
        <p:spPr>
          <a:xfrm>
            <a:off x="5704579" y="22908677"/>
            <a:ext cx="3775532" cy="518156"/>
          </a:xfrm>
          <a:prstGeom prst="roundRect">
            <a:avLst/>
          </a:prstGeom>
          <a:solidFill>
            <a:srgbClr val="5C88C4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69A9E-F644-22E6-9304-91E3F689A644}"/>
              </a:ext>
            </a:extLst>
          </p:cNvPr>
          <p:cNvSpPr txBox="1"/>
          <p:nvPr/>
        </p:nvSpPr>
        <p:spPr>
          <a:xfrm>
            <a:off x="1632399" y="24064866"/>
            <a:ext cx="9570719" cy="1942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Anotaciones de artefactos con información temporal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BE9CA-FEF4-750D-66BF-026FB7126916}"/>
              </a:ext>
            </a:extLst>
          </p:cNvPr>
          <p:cNvSpPr txBox="1"/>
          <p:nvPr/>
        </p:nvSpPr>
        <p:spPr>
          <a:xfrm>
            <a:off x="731903" y="7577231"/>
            <a:ext cx="7891006" cy="110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60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 de aprendizaje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E11562-9EA9-7AE9-A0DE-2B5A41C4DE7A}"/>
              </a:ext>
            </a:extLst>
          </p:cNvPr>
          <p:cNvSpPr/>
          <p:nvPr/>
        </p:nvSpPr>
        <p:spPr>
          <a:xfrm>
            <a:off x="13578879" y="12610420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9BCBC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9A5D4C8-4EDC-91E4-6D5F-36A7ABE403DB}"/>
              </a:ext>
            </a:extLst>
          </p:cNvPr>
          <p:cNvSpPr/>
          <p:nvPr/>
        </p:nvSpPr>
        <p:spPr>
          <a:xfrm>
            <a:off x="13578879" y="19526227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2B36D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E46186-6891-9C73-02F7-1BD75FD6C395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10257776" y="13870391"/>
            <a:ext cx="33211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B873076-19C8-1A44-2EB4-D04209FD1530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10197775" y="20786217"/>
            <a:ext cx="338110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atabase - Free technology icons">
            <a:extLst>
              <a:ext uri="{FF2B5EF4-FFF2-40B4-BE49-F238E27FC236}">
                <a16:creationId xmlns:a16="http://schemas.microsoft.com/office/drawing/2014/main" id="{41185089-C292-C6DC-2A44-90EDE89F6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180" y="17216966"/>
            <a:ext cx="4579253" cy="391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123C71C-8B00-FBCC-37A6-C380F327E065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41086" t="6687" r="45266" b="87338"/>
          <a:stretch/>
        </p:blipFill>
        <p:spPr>
          <a:xfrm>
            <a:off x="26311460" y="11034759"/>
            <a:ext cx="10979474" cy="567127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DB0557D6-C149-13EB-085F-F80CF918AF1E}"/>
              </a:ext>
            </a:extLst>
          </p:cNvPr>
          <p:cNvGrpSpPr/>
          <p:nvPr/>
        </p:nvGrpSpPr>
        <p:grpSpPr>
          <a:xfrm>
            <a:off x="26311460" y="17822417"/>
            <a:ext cx="11363066" cy="6172219"/>
            <a:chOff x="26409358" y="10514654"/>
            <a:chExt cx="11363071" cy="617222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612D77F-87F8-8D11-84F9-0BEAD5E58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324" r="45100" b="73114"/>
            <a:stretch/>
          </p:blipFill>
          <p:spPr>
            <a:xfrm>
              <a:off x="26409358" y="10514654"/>
              <a:ext cx="11363071" cy="3256211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137EF9D-23FD-1769-5316-18F212A43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722" r="45100" b="73114"/>
            <a:stretch/>
          </p:blipFill>
          <p:spPr>
            <a:xfrm>
              <a:off x="26409358" y="13628001"/>
              <a:ext cx="11363071" cy="3058875"/>
            </a:xfrm>
            <a:prstGeom prst="rect">
              <a:avLst/>
            </a:prstGeom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D1CF78B-CF6F-E214-9325-4D646443143B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>
            <a:off x="23013798" y="13870391"/>
            <a:ext cx="329764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FD03D19-2768-E45C-06B8-ABC5E1564290}"/>
              </a:ext>
            </a:extLst>
          </p:cNvPr>
          <p:cNvCxnSpPr>
            <a:cxnSpLocks/>
          </p:cNvCxnSpPr>
          <p:nvPr/>
        </p:nvCxnSpPr>
        <p:spPr>
          <a:xfrm>
            <a:off x="23013005" y="20838301"/>
            <a:ext cx="3380393" cy="3529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EAC1522-ED5A-9D31-6DD7-CD8123786FC8}"/>
              </a:ext>
            </a:extLst>
          </p:cNvPr>
          <p:cNvSpPr/>
          <p:nvPr/>
        </p:nvSpPr>
        <p:spPr>
          <a:xfrm>
            <a:off x="40942359" y="12699155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2B36D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78F630-51A6-564B-5A5C-A0D1AE3291BA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37674550" y="13959140"/>
            <a:ext cx="3267804" cy="7119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D33DBFAC-BA51-D5BB-671A-1EB9133D50E2}"/>
              </a:ext>
            </a:extLst>
          </p:cNvPr>
          <p:cNvCxnSpPr>
            <a:endCxn id="59" idx="1"/>
          </p:cNvCxnSpPr>
          <p:nvPr/>
        </p:nvCxnSpPr>
        <p:spPr>
          <a:xfrm>
            <a:off x="37290962" y="13959126"/>
            <a:ext cx="365139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0354A3CB-403A-16B2-9DE4-3F2D961EC6CF}"/>
              </a:ext>
            </a:extLst>
          </p:cNvPr>
          <p:cNvCxnSpPr>
            <a:stCxn id="59" idx="2"/>
          </p:cNvCxnSpPr>
          <p:nvPr/>
        </p:nvCxnSpPr>
        <p:spPr>
          <a:xfrm flipH="1">
            <a:off x="45659802" y="15219158"/>
            <a:ext cx="0" cy="19562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3ADAB71-A96B-6CD4-4F53-24FFCE08A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46838" y="9429985"/>
            <a:ext cx="21184618" cy="15327372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1682200-01A9-9E70-4D27-77D72189FAC1}"/>
              </a:ext>
            </a:extLst>
          </p:cNvPr>
          <p:cNvSpPr/>
          <p:nvPr/>
        </p:nvSpPr>
        <p:spPr>
          <a:xfrm>
            <a:off x="752845" y="28876122"/>
            <a:ext cx="64626770" cy="8928362"/>
          </a:xfrm>
          <a:prstGeom prst="rect">
            <a:avLst/>
          </a:prstGeom>
          <a:solidFill>
            <a:srgbClr val="EDEDE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CA27B89F-DA1F-3403-2116-899632DBA184}"/>
              </a:ext>
            </a:extLst>
          </p:cNvPr>
          <p:cNvSpPr txBox="1"/>
          <p:nvPr/>
        </p:nvSpPr>
        <p:spPr>
          <a:xfrm>
            <a:off x="731932" y="27359443"/>
            <a:ext cx="6542176" cy="110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60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 de pruebas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82579CBE-B7FB-532B-F3E8-5E85A97F3A57}"/>
              </a:ext>
            </a:extLst>
          </p:cNvPr>
          <p:cNvSpPr txBox="1"/>
          <p:nvPr/>
        </p:nvSpPr>
        <p:spPr>
          <a:xfrm>
            <a:off x="27207647" y="9460920"/>
            <a:ext cx="9570719" cy="101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características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58F17C2-2B46-8C69-F481-8BC6EF8CD85B}"/>
              </a:ext>
            </a:extLst>
          </p:cNvPr>
          <p:cNvSpPr txBox="1"/>
          <p:nvPr/>
        </p:nvSpPr>
        <p:spPr>
          <a:xfrm>
            <a:off x="27015842" y="24338321"/>
            <a:ext cx="9570719" cy="101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Salida objetivo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B3F317A2-C9AB-4C43-67B0-0AC7B57489DE}"/>
              </a:ext>
            </a:extLst>
          </p:cNvPr>
          <p:cNvSpPr txBox="1"/>
          <p:nvPr/>
        </p:nvSpPr>
        <p:spPr>
          <a:xfrm>
            <a:off x="49889293" y="18668193"/>
            <a:ext cx="10893895" cy="101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detector de artefactos</a:t>
            </a:r>
          </a:p>
        </p:txBody>
      </p:sp>
      <p:pic>
        <p:nvPicPr>
          <p:cNvPr id="1038" name="Picture 2">
            <a:extLst>
              <a:ext uri="{FF2B5EF4-FFF2-40B4-BE49-F238E27FC236}">
                <a16:creationId xmlns:a16="http://schemas.microsoft.com/office/drawing/2014/main" id="{4FBE6D8A-A3E4-817E-F7BA-2BFF9B73F8FF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767" y="29455529"/>
            <a:ext cx="7560003" cy="575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8AE2BF81-81C8-C827-6FF0-46607DBE2F8B}"/>
              </a:ext>
            </a:extLst>
          </p:cNvPr>
          <p:cNvSpPr/>
          <p:nvPr/>
        </p:nvSpPr>
        <p:spPr>
          <a:xfrm>
            <a:off x="2637767" y="29366784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A572D00C-C12C-EC19-6A83-A8861F760986}"/>
              </a:ext>
            </a:extLst>
          </p:cNvPr>
          <p:cNvSpPr/>
          <p:nvPr/>
        </p:nvSpPr>
        <p:spPr>
          <a:xfrm>
            <a:off x="13518878" y="30986779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9BCBC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83C848EA-C040-155A-5B6B-E079ECF7EC1F}"/>
              </a:ext>
            </a:extLst>
          </p:cNvPr>
          <p:cNvCxnSpPr>
            <a:cxnSpLocks/>
            <a:stCxn id="1039" idx="3"/>
            <a:endCxn id="1040" idx="1"/>
          </p:cNvCxnSpPr>
          <p:nvPr/>
        </p:nvCxnSpPr>
        <p:spPr>
          <a:xfrm>
            <a:off x="10197756" y="32246750"/>
            <a:ext cx="33211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7CD38B94-5175-ED74-ACF2-098DA2711432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41086" t="6687" r="45266" b="87338"/>
          <a:stretch/>
        </p:blipFill>
        <p:spPr>
          <a:xfrm>
            <a:off x="26251478" y="29411128"/>
            <a:ext cx="10979474" cy="5671271"/>
          </a:xfrm>
          <a:prstGeom prst="rect">
            <a:avLst/>
          </a:prstGeom>
        </p:spPr>
      </p:pic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47C2B636-7FEF-1959-3024-CE6706609681}"/>
              </a:ext>
            </a:extLst>
          </p:cNvPr>
          <p:cNvCxnSpPr>
            <a:cxnSpLocks/>
            <a:stCxn id="1040" idx="3"/>
            <a:endCxn id="1042" idx="1"/>
          </p:cNvCxnSpPr>
          <p:nvPr/>
        </p:nvCxnSpPr>
        <p:spPr>
          <a:xfrm>
            <a:off x="22953788" y="32246750"/>
            <a:ext cx="329764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9451FB46-F84C-F677-6FF9-F3DDA649D135}"/>
              </a:ext>
            </a:extLst>
          </p:cNvPr>
          <p:cNvSpPr/>
          <p:nvPr/>
        </p:nvSpPr>
        <p:spPr>
          <a:xfrm>
            <a:off x="41012324" y="30923573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EE4A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601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</a:p>
        </p:txBody>
      </p: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E1068007-7477-D914-E66B-F16234506AAF}"/>
              </a:ext>
            </a:extLst>
          </p:cNvPr>
          <p:cNvCxnSpPr>
            <a:cxnSpLocks/>
            <a:stCxn id="1042" idx="3"/>
          </p:cNvCxnSpPr>
          <p:nvPr/>
        </p:nvCxnSpPr>
        <p:spPr>
          <a:xfrm>
            <a:off x="37230933" y="32246750"/>
            <a:ext cx="37114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4DBEB470-F1A6-85E0-0FB5-4278CB4360B4}"/>
              </a:ext>
            </a:extLst>
          </p:cNvPr>
          <p:cNvCxnSpPr>
            <a:endCxn id="1044" idx="0"/>
          </p:cNvCxnSpPr>
          <p:nvPr/>
        </p:nvCxnSpPr>
        <p:spPr>
          <a:xfrm>
            <a:off x="45729748" y="21135106"/>
            <a:ext cx="0" cy="97884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16C08C7C-6051-C49B-C333-4CAFEBE5D3A0}"/>
              </a:ext>
            </a:extLst>
          </p:cNvPr>
          <p:cNvGrpSpPr/>
          <p:nvPr/>
        </p:nvGrpSpPr>
        <p:grpSpPr>
          <a:xfrm>
            <a:off x="52627141" y="29159975"/>
            <a:ext cx="11363071" cy="6172222"/>
            <a:chOff x="26409358" y="10514654"/>
            <a:chExt cx="11363071" cy="6172222"/>
          </a:xfrm>
        </p:grpSpPr>
        <p:pic>
          <p:nvPicPr>
            <p:cNvPr id="1058" name="Picture 1057">
              <a:extLst>
                <a:ext uri="{FF2B5EF4-FFF2-40B4-BE49-F238E27FC236}">
                  <a16:creationId xmlns:a16="http://schemas.microsoft.com/office/drawing/2014/main" id="{7D6E82B9-5EE7-5752-5605-40892328A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324" r="45100" b="73114"/>
            <a:stretch/>
          </p:blipFill>
          <p:spPr>
            <a:xfrm>
              <a:off x="26409358" y="10514654"/>
              <a:ext cx="11363071" cy="3256211"/>
            </a:xfrm>
            <a:prstGeom prst="rect">
              <a:avLst/>
            </a:prstGeom>
          </p:spPr>
        </p:pic>
        <p:pic>
          <p:nvPicPr>
            <p:cNvPr id="1059" name="Picture 1058">
              <a:extLst>
                <a:ext uri="{FF2B5EF4-FFF2-40B4-BE49-F238E27FC236}">
                  <a16:creationId xmlns:a16="http://schemas.microsoft.com/office/drawing/2014/main" id="{7214175B-FAA7-1F6F-87E3-FA0955FC3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722" r="45100" b="73114"/>
            <a:stretch/>
          </p:blipFill>
          <p:spPr>
            <a:xfrm>
              <a:off x="26409358" y="13628001"/>
              <a:ext cx="11363071" cy="3058875"/>
            </a:xfrm>
            <a:prstGeom prst="rect">
              <a:avLst/>
            </a:prstGeom>
          </p:spPr>
        </p:pic>
      </p:grpSp>
      <p:sp>
        <p:nvSpPr>
          <p:cNvPr id="1063" name="TextBox 1062">
            <a:extLst>
              <a:ext uri="{FF2B5EF4-FFF2-40B4-BE49-F238E27FC236}">
                <a16:creationId xmlns:a16="http://schemas.microsoft.com/office/drawing/2014/main" id="{EAE530AB-16AB-9746-FA9A-AB1E0EA2FB49}"/>
              </a:ext>
            </a:extLst>
          </p:cNvPr>
          <p:cNvSpPr txBox="1"/>
          <p:nvPr/>
        </p:nvSpPr>
        <p:spPr>
          <a:xfrm>
            <a:off x="51225791" y="35864297"/>
            <a:ext cx="13652696" cy="1016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Artefacto detectado</a:t>
            </a:r>
          </a:p>
        </p:txBody>
      </p:sp>
    </p:spTree>
    <p:extLst>
      <p:ext uri="{BB962C8B-B14F-4D97-AF65-F5344CB8AC3E}">
        <p14:creationId xmlns:p14="http://schemas.microsoft.com/office/powerpoint/2010/main" val="408251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0350-72B9-A6DB-F0F2-B20A9161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C2EAF8D-B9DF-61D6-55F2-5783CD5D7C46}"/>
              </a:ext>
            </a:extLst>
          </p:cNvPr>
          <p:cNvSpPr/>
          <p:nvPr/>
        </p:nvSpPr>
        <p:spPr>
          <a:xfrm>
            <a:off x="1" y="1942340"/>
            <a:ext cx="51225790" cy="17586963"/>
          </a:xfrm>
          <a:prstGeom prst="rect">
            <a:avLst/>
          </a:prstGeom>
          <a:solidFill>
            <a:srgbClr val="EDEDE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EF469A-A4AB-0FCB-FE3C-7A8EC5914B29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7767" y="3992570"/>
            <a:ext cx="7560003" cy="575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BD0A1B-6B69-D995-CE77-4E1382E4B927}"/>
              </a:ext>
            </a:extLst>
          </p:cNvPr>
          <p:cNvSpPr/>
          <p:nvPr/>
        </p:nvSpPr>
        <p:spPr>
          <a:xfrm>
            <a:off x="2637767" y="10819641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DC385C-C56B-9ACD-4D1C-434E8259E20B}"/>
              </a:ext>
            </a:extLst>
          </p:cNvPr>
          <p:cNvSpPr/>
          <p:nvPr/>
        </p:nvSpPr>
        <p:spPr>
          <a:xfrm>
            <a:off x="2697767" y="3903825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C79F6D-FEA0-E2E2-2C2B-2E9BB3E3D09F}"/>
              </a:ext>
            </a:extLst>
          </p:cNvPr>
          <p:cNvSpPr/>
          <p:nvPr/>
        </p:nvSpPr>
        <p:spPr>
          <a:xfrm>
            <a:off x="6100003" y="10997872"/>
            <a:ext cx="3775532" cy="518156"/>
          </a:xfrm>
          <a:prstGeom prst="roundRect">
            <a:avLst/>
          </a:prstGeom>
          <a:solidFill>
            <a:srgbClr val="F1C23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59E15C-4D68-A595-7377-04D6DB93C664}"/>
              </a:ext>
            </a:extLst>
          </p:cNvPr>
          <p:cNvSpPr/>
          <p:nvPr/>
        </p:nvSpPr>
        <p:spPr>
          <a:xfrm>
            <a:off x="2851633" y="10997872"/>
            <a:ext cx="2411998" cy="518156"/>
          </a:xfrm>
          <a:prstGeom prst="roundRect">
            <a:avLst/>
          </a:prstGeom>
          <a:solidFill>
            <a:srgbClr val="F1C232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6D1190-D0A7-6D72-2B3B-5DEF4142A70F}"/>
              </a:ext>
            </a:extLst>
          </p:cNvPr>
          <p:cNvSpPr/>
          <p:nvPr/>
        </p:nvSpPr>
        <p:spPr>
          <a:xfrm>
            <a:off x="4498571" y="11694266"/>
            <a:ext cx="2411998" cy="518156"/>
          </a:xfrm>
          <a:prstGeom prst="roundRect">
            <a:avLst/>
          </a:prstGeom>
          <a:solidFill>
            <a:srgbClr val="6AA84F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C066D9-330F-26EE-BE38-1B706D937102}"/>
              </a:ext>
            </a:extLst>
          </p:cNvPr>
          <p:cNvSpPr/>
          <p:nvPr/>
        </p:nvSpPr>
        <p:spPr>
          <a:xfrm>
            <a:off x="6707548" y="12358390"/>
            <a:ext cx="3168005" cy="518156"/>
          </a:xfrm>
          <a:prstGeom prst="roundRect">
            <a:avLst/>
          </a:prstGeom>
          <a:solidFill>
            <a:srgbClr val="45818E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79C971-3A97-1010-CAE1-1643627F1C49}"/>
              </a:ext>
            </a:extLst>
          </p:cNvPr>
          <p:cNvSpPr/>
          <p:nvPr/>
        </p:nvSpPr>
        <p:spPr>
          <a:xfrm>
            <a:off x="3088659" y="13054776"/>
            <a:ext cx="3168005" cy="5181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043CE9-C64A-2A25-7829-5A0D84AEC0A1}"/>
              </a:ext>
            </a:extLst>
          </p:cNvPr>
          <p:cNvSpPr/>
          <p:nvPr/>
        </p:nvSpPr>
        <p:spPr>
          <a:xfrm>
            <a:off x="6707539" y="13054776"/>
            <a:ext cx="2411998" cy="518156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27699C-38B7-3FB3-8977-8B129EA607B5}"/>
              </a:ext>
            </a:extLst>
          </p:cNvPr>
          <p:cNvSpPr/>
          <p:nvPr/>
        </p:nvSpPr>
        <p:spPr>
          <a:xfrm>
            <a:off x="3679633" y="13751161"/>
            <a:ext cx="3168005" cy="51815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F1950E5-7A37-5758-71F0-B6E114F2D6D8}"/>
              </a:ext>
            </a:extLst>
          </p:cNvPr>
          <p:cNvSpPr/>
          <p:nvPr/>
        </p:nvSpPr>
        <p:spPr>
          <a:xfrm>
            <a:off x="7480027" y="13761087"/>
            <a:ext cx="2376011" cy="51815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EDF5402-360F-90F9-0F6B-3A2B04BB060E}"/>
              </a:ext>
            </a:extLst>
          </p:cNvPr>
          <p:cNvSpPr/>
          <p:nvPr/>
        </p:nvSpPr>
        <p:spPr>
          <a:xfrm>
            <a:off x="5795765" y="14457472"/>
            <a:ext cx="2376011" cy="518156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5D1B4F4-9FB7-739F-4AF1-4772CECCC624}"/>
              </a:ext>
            </a:extLst>
          </p:cNvPr>
          <p:cNvSpPr/>
          <p:nvPr/>
        </p:nvSpPr>
        <p:spPr>
          <a:xfrm>
            <a:off x="3208216" y="15163783"/>
            <a:ext cx="3775532" cy="518156"/>
          </a:xfrm>
          <a:prstGeom prst="roundRect">
            <a:avLst/>
          </a:prstGeom>
          <a:solidFill>
            <a:srgbClr val="45818E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C8EBE0-F274-566B-B9DA-1C4A107D3C61}"/>
              </a:ext>
            </a:extLst>
          </p:cNvPr>
          <p:cNvSpPr/>
          <p:nvPr/>
        </p:nvSpPr>
        <p:spPr>
          <a:xfrm>
            <a:off x="5704579" y="15822077"/>
            <a:ext cx="3775532" cy="518156"/>
          </a:xfrm>
          <a:prstGeom prst="roundRect">
            <a:avLst/>
          </a:prstGeom>
          <a:solidFill>
            <a:srgbClr val="5C88C4"/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CA705-07AD-786E-FBF9-343864A664C0}"/>
              </a:ext>
            </a:extLst>
          </p:cNvPr>
          <p:cNvSpPr txBox="1"/>
          <p:nvPr/>
        </p:nvSpPr>
        <p:spPr>
          <a:xfrm>
            <a:off x="874398" y="16854983"/>
            <a:ext cx="119464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Anotaciones de artefactos con información temporal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25AEBA-0555-6517-A809-67B196132045}"/>
              </a:ext>
            </a:extLst>
          </p:cNvPr>
          <p:cNvSpPr txBox="1"/>
          <p:nvPr/>
        </p:nvSpPr>
        <p:spPr>
          <a:xfrm>
            <a:off x="731903" y="490631"/>
            <a:ext cx="7891006" cy="110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60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 de aprendizaje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B04EF1-6E01-DBBE-9156-AD431DE4FDED}"/>
              </a:ext>
            </a:extLst>
          </p:cNvPr>
          <p:cNvSpPr/>
          <p:nvPr/>
        </p:nvSpPr>
        <p:spPr>
          <a:xfrm>
            <a:off x="13578879" y="5523820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9BCBC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842B2EC-42FA-AC33-7B03-335E0057A493}"/>
              </a:ext>
            </a:extLst>
          </p:cNvPr>
          <p:cNvSpPr/>
          <p:nvPr/>
        </p:nvSpPr>
        <p:spPr>
          <a:xfrm>
            <a:off x="13578879" y="12439627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2B36D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Codificación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9B82304-856F-D199-A034-D82DD67E676C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10257776" y="6783791"/>
            <a:ext cx="33211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894FDA-384E-C916-5CC9-E16F44130FC3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>
            <a:off x="10197775" y="13699617"/>
            <a:ext cx="338110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Database - Free technology icons">
            <a:extLst>
              <a:ext uri="{FF2B5EF4-FFF2-40B4-BE49-F238E27FC236}">
                <a16:creationId xmlns:a16="http://schemas.microsoft.com/office/drawing/2014/main" id="{FE18AC78-9EC8-D718-2EC8-513303772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180" y="10130366"/>
            <a:ext cx="4579253" cy="391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4A397C6-C566-541A-9F13-12993CF04EB4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41086" t="6687" r="45266" b="87338"/>
          <a:stretch/>
        </p:blipFill>
        <p:spPr>
          <a:xfrm>
            <a:off x="26311460" y="3948159"/>
            <a:ext cx="10979474" cy="567127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AC1280C6-BA40-269F-8BD9-C257CE691876}"/>
              </a:ext>
            </a:extLst>
          </p:cNvPr>
          <p:cNvGrpSpPr/>
          <p:nvPr/>
        </p:nvGrpSpPr>
        <p:grpSpPr>
          <a:xfrm>
            <a:off x="26311460" y="10735817"/>
            <a:ext cx="11363066" cy="6172219"/>
            <a:chOff x="26409358" y="10514654"/>
            <a:chExt cx="11363071" cy="6172222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63E4A8E-4762-E9BD-32A4-FCD859A3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324" r="45100" b="73114"/>
            <a:stretch/>
          </p:blipFill>
          <p:spPr>
            <a:xfrm>
              <a:off x="26409358" y="10514654"/>
              <a:ext cx="11363071" cy="3256211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33A7EE9-D890-D322-51A3-9A96004D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722" r="45100" b="73114"/>
            <a:stretch/>
          </p:blipFill>
          <p:spPr>
            <a:xfrm>
              <a:off x="26409358" y="13628001"/>
              <a:ext cx="11363071" cy="3058875"/>
            </a:xfrm>
            <a:prstGeom prst="rect">
              <a:avLst/>
            </a:prstGeom>
          </p:spPr>
        </p:pic>
      </p:grp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1057BA-EC07-CD73-42C2-844322C579A5}"/>
              </a:ext>
            </a:extLst>
          </p:cNvPr>
          <p:cNvCxnSpPr>
            <a:cxnSpLocks/>
            <a:stCxn id="23" idx="3"/>
            <a:endCxn id="35" idx="1"/>
          </p:cNvCxnSpPr>
          <p:nvPr/>
        </p:nvCxnSpPr>
        <p:spPr>
          <a:xfrm>
            <a:off x="23013798" y="6783791"/>
            <a:ext cx="329764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139F2F3-A723-4854-57E7-2F74929E20BF}"/>
              </a:ext>
            </a:extLst>
          </p:cNvPr>
          <p:cNvCxnSpPr>
            <a:cxnSpLocks/>
          </p:cNvCxnSpPr>
          <p:nvPr/>
        </p:nvCxnSpPr>
        <p:spPr>
          <a:xfrm>
            <a:off x="23013005" y="13751701"/>
            <a:ext cx="3380393" cy="35295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CA82CC4-366C-C1CE-D6C8-712FDD1E1059}"/>
              </a:ext>
            </a:extLst>
          </p:cNvPr>
          <p:cNvSpPr/>
          <p:nvPr/>
        </p:nvSpPr>
        <p:spPr>
          <a:xfrm>
            <a:off x="40942359" y="5612555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2B36D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Aprendizaje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D86CD1B-B668-E3F9-DEBF-FBE593949B46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37674550" y="6872540"/>
            <a:ext cx="3267804" cy="7119463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088F98ED-E46D-B038-73AA-1A3E2F6F5893}"/>
              </a:ext>
            </a:extLst>
          </p:cNvPr>
          <p:cNvCxnSpPr>
            <a:endCxn id="59" idx="1"/>
          </p:cNvCxnSpPr>
          <p:nvPr/>
        </p:nvCxnSpPr>
        <p:spPr>
          <a:xfrm>
            <a:off x="37290962" y="6872526"/>
            <a:ext cx="365139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D08555CA-5D55-C8C8-341C-57BBA1D99915}"/>
              </a:ext>
            </a:extLst>
          </p:cNvPr>
          <p:cNvCxnSpPr>
            <a:stCxn id="59" idx="2"/>
          </p:cNvCxnSpPr>
          <p:nvPr/>
        </p:nvCxnSpPr>
        <p:spPr>
          <a:xfrm flipH="1">
            <a:off x="45659802" y="8132558"/>
            <a:ext cx="0" cy="195625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B03863C-D827-B065-3E92-29F2D233E2F5}"/>
              </a:ext>
            </a:extLst>
          </p:cNvPr>
          <p:cNvSpPr/>
          <p:nvPr/>
        </p:nvSpPr>
        <p:spPr>
          <a:xfrm>
            <a:off x="0" y="21789522"/>
            <a:ext cx="51225791" cy="15274158"/>
          </a:xfrm>
          <a:prstGeom prst="rect">
            <a:avLst/>
          </a:prstGeom>
          <a:solidFill>
            <a:srgbClr val="EDEDED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9E29CBA9-80C7-EAC4-C0F6-3D3181064073}"/>
              </a:ext>
            </a:extLst>
          </p:cNvPr>
          <p:cNvSpPr txBox="1"/>
          <p:nvPr/>
        </p:nvSpPr>
        <p:spPr>
          <a:xfrm>
            <a:off x="731932" y="20272843"/>
            <a:ext cx="6211957" cy="1109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6608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Etapa de prueba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E578394-C264-B762-0854-14407017C907}"/>
              </a:ext>
            </a:extLst>
          </p:cNvPr>
          <p:cNvSpPr txBox="1"/>
          <p:nvPr/>
        </p:nvSpPr>
        <p:spPr>
          <a:xfrm>
            <a:off x="25561727" y="2374320"/>
            <a:ext cx="12770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Matriz de características</a:t>
            </a: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1AEEE9F-3968-DEF3-8EE3-66812B4B0765}"/>
              </a:ext>
            </a:extLst>
          </p:cNvPr>
          <p:cNvSpPr txBox="1"/>
          <p:nvPr/>
        </p:nvSpPr>
        <p:spPr>
          <a:xfrm>
            <a:off x="27015842" y="17251721"/>
            <a:ext cx="9570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Salida objetivo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088333F6-CDB1-44C7-9561-5F8F779B1C20}"/>
              </a:ext>
            </a:extLst>
          </p:cNvPr>
          <p:cNvSpPr txBox="1"/>
          <p:nvPr/>
        </p:nvSpPr>
        <p:spPr>
          <a:xfrm>
            <a:off x="39763188" y="14959634"/>
            <a:ext cx="47176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Modelo detector de artefactos</a:t>
            </a:r>
          </a:p>
        </p:txBody>
      </p:sp>
      <p:pic>
        <p:nvPicPr>
          <p:cNvPr id="1038" name="Picture 2">
            <a:extLst>
              <a:ext uri="{FF2B5EF4-FFF2-40B4-BE49-F238E27FC236}">
                <a16:creationId xmlns:a16="http://schemas.microsoft.com/office/drawing/2014/main" id="{2FB0D184-9044-84AE-078A-194DA4C0CDA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767" y="22368929"/>
            <a:ext cx="7560003" cy="5759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A4C7770F-3F36-A116-0DDE-D35C00148059}"/>
              </a:ext>
            </a:extLst>
          </p:cNvPr>
          <p:cNvSpPr/>
          <p:nvPr/>
        </p:nvSpPr>
        <p:spPr>
          <a:xfrm>
            <a:off x="2637767" y="22280184"/>
            <a:ext cx="7560003" cy="575999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801"/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F3C0B7C5-59E7-24AF-F0A6-91297FC91D62}"/>
              </a:ext>
            </a:extLst>
          </p:cNvPr>
          <p:cNvSpPr/>
          <p:nvPr/>
        </p:nvSpPr>
        <p:spPr>
          <a:xfrm>
            <a:off x="13518878" y="23900179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9BCBC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Extracción de características</a:t>
            </a:r>
          </a:p>
        </p:txBody>
      </p: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FDE64ADE-D9C4-82AC-3153-324918079982}"/>
              </a:ext>
            </a:extLst>
          </p:cNvPr>
          <p:cNvCxnSpPr>
            <a:cxnSpLocks/>
            <a:stCxn id="1039" idx="3"/>
            <a:endCxn id="1040" idx="1"/>
          </p:cNvCxnSpPr>
          <p:nvPr/>
        </p:nvCxnSpPr>
        <p:spPr>
          <a:xfrm>
            <a:off x="10197756" y="25160150"/>
            <a:ext cx="332111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041">
            <a:extLst>
              <a:ext uri="{FF2B5EF4-FFF2-40B4-BE49-F238E27FC236}">
                <a16:creationId xmlns:a16="http://schemas.microsoft.com/office/drawing/2014/main" id="{EC4B2871-150C-3BDC-C4C5-BCA6F55DE52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41086" t="6687" r="45266" b="87338"/>
          <a:stretch/>
        </p:blipFill>
        <p:spPr>
          <a:xfrm>
            <a:off x="26251478" y="22324528"/>
            <a:ext cx="10979474" cy="5671271"/>
          </a:xfrm>
          <a:prstGeom prst="rect">
            <a:avLst/>
          </a:prstGeom>
        </p:spPr>
      </p:pic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1AAA6E99-EA0E-4953-8695-21FDB0E17DAD}"/>
              </a:ext>
            </a:extLst>
          </p:cNvPr>
          <p:cNvCxnSpPr>
            <a:cxnSpLocks/>
            <a:stCxn id="1040" idx="3"/>
            <a:endCxn id="1042" idx="1"/>
          </p:cNvCxnSpPr>
          <p:nvPr/>
        </p:nvCxnSpPr>
        <p:spPr>
          <a:xfrm>
            <a:off x="22953788" y="25160150"/>
            <a:ext cx="329764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Rectangle: Rounded Corners 1043">
            <a:extLst>
              <a:ext uri="{FF2B5EF4-FFF2-40B4-BE49-F238E27FC236}">
                <a16:creationId xmlns:a16="http://schemas.microsoft.com/office/drawing/2014/main" id="{4E6FE78F-EF50-97AA-5FAF-DB4A2566ED27}"/>
              </a:ext>
            </a:extLst>
          </p:cNvPr>
          <p:cNvSpPr/>
          <p:nvPr/>
        </p:nvSpPr>
        <p:spPr>
          <a:xfrm>
            <a:off x="41012324" y="23836973"/>
            <a:ext cx="9434942" cy="2520007"/>
          </a:xfrm>
          <a:prstGeom prst="roundRect">
            <a:avLst>
              <a:gd name="adj" fmla="val 5025"/>
            </a:avLst>
          </a:prstGeom>
          <a:solidFill>
            <a:srgbClr val="FEE4AA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</a:t>
            </a:r>
          </a:p>
        </p:txBody>
      </p: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C7CE208C-E9E5-4D05-ED2B-CBB599757B1C}"/>
              </a:ext>
            </a:extLst>
          </p:cNvPr>
          <p:cNvCxnSpPr>
            <a:cxnSpLocks/>
            <a:stCxn id="1042" idx="3"/>
          </p:cNvCxnSpPr>
          <p:nvPr/>
        </p:nvCxnSpPr>
        <p:spPr>
          <a:xfrm>
            <a:off x="37230933" y="25160150"/>
            <a:ext cx="371140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861A62D1-359B-81FC-91F8-F0EAFDA3185F}"/>
              </a:ext>
            </a:extLst>
          </p:cNvPr>
          <p:cNvCxnSpPr>
            <a:endCxn id="1044" idx="0"/>
          </p:cNvCxnSpPr>
          <p:nvPr/>
        </p:nvCxnSpPr>
        <p:spPr>
          <a:xfrm>
            <a:off x="45729748" y="14048506"/>
            <a:ext cx="0" cy="978844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0729A4D0-276F-E97D-0EB4-1CE777CC21CD}"/>
              </a:ext>
            </a:extLst>
          </p:cNvPr>
          <p:cNvGrpSpPr/>
          <p:nvPr/>
        </p:nvGrpSpPr>
        <p:grpSpPr>
          <a:xfrm>
            <a:off x="39978266" y="29727608"/>
            <a:ext cx="11363071" cy="6172222"/>
            <a:chOff x="26409358" y="10514654"/>
            <a:chExt cx="11363071" cy="6172222"/>
          </a:xfrm>
        </p:grpSpPr>
        <p:pic>
          <p:nvPicPr>
            <p:cNvPr id="1058" name="Picture 1057">
              <a:extLst>
                <a:ext uri="{FF2B5EF4-FFF2-40B4-BE49-F238E27FC236}">
                  <a16:creationId xmlns:a16="http://schemas.microsoft.com/office/drawing/2014/main" id="{0C4B53AE-73B2-FE08-1C8D-1E18F27D4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324" r="45100" b="73114"/>
            <a:stretch/>
          </p:blipFill>
          <p:spPr>
            <a:xfrm>
              <a:off x="26409358" y="10514654"/>
              <a:ext cx="11363071" cy="3256211"/>
            </a:xfrm>
            <a:prstGeom prst="rect">
              <a:avLst/>
            </a:prstGeom>
          </p:spPr>
        </p:pic>
        <p:pic>
          <p:nvPicPr>
            <p:cNvPr id="1059" name="Picture 1058">
              <a:extLst>
                <a:ext uri="{FF2B5EF4-FFF2-40B4-BE49-F238E27FC236}">
                  <a16:creationId xmlns:a16="http://schemas.microsoft.com/office/drawing/2014/main" id="{EEFD6F4E-830D-24B0-D9D6-B122D9ABA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0894" t="20722" r="45100" b="73114"/>
            <a:stretch/>
          </p:blipFill>
          <p:spPr>
            <a:xfrm>
              <a:off x="26409358" y="13628001"/>
              <a:ext cx="11363071" cy="3058875"/>
            </a:xfrm>
            <a:prstGeom prst="rect">
              <a:avLst/>
            </a:prstGeom>
          </p:spPr>
        </p:pic>
      </p:grpSp>
      <p:sp>
        <p:nvSpPr>
          <p:cNvPr id="1063" name="TextBox 1062">
            <a:extLst>
              <a:ext uri="{FF2B5EF4-FFF2-40B4-BE49-F238E27FC236}">
                <a16:creationId xmlns:a16="http://schemas.microsoft.com/office/drawing/2014/main" id="{CF5DF448-3EA9-4E76-B379-3C5E9CDF91A0}"/>
              </a:ext>
            </a:extLst>
          </p:cNvPr>
          <p:cNvSpPr txBox="1"/>
          <p:nvPr/>
        </p:nvSpPr>
        <p:spPr>
          <a:xfrm>
            <a:off x="33232194" y="32012655"/>
            <a:ext cx="58544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Artefactos detectados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52331C5-E797-4EA4-B90E-CD1166068BDB}"/>
              </a:ext>
            </a:extLst>
          </p:cNvPr>
          <p:cNvCxnSpPr>
            <a:stCxn id="1044" idx="2"/>
          </p:cNvCxnSpPr>
          <p:nvPr/>
        </p:nvCxnSpPr>
        <p:spPr>
          <a:xfrm flipH="1">
            <a:off x="45729748" y="26356980"/>
            <a:ext cx="47" cy="337062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560E62F-1F43-8302-65AB-577809FC6AD4}"/>
              </a:ext>
            </a:extLst>
          </p:cNvPr>
          <p:cNvSpPr txBox="1"/>
          <p:nvPr/>
        </p:nvSpPr>
        <p:spPr>
          <a:xfrm>
            <a:off x="1471304" y="2441703"/>
            <a:ext cx="95707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</a:t>
            </a:r>
          </a:p>
        </p:txBody>
      </p:sp>
    </p:spTree>
    <p:extLst>
      <p:ext uri="{BB962C8B-B14F-4D97-AF65-F5344CB8AC3E}">
        <p14:creationId xmlns:p14="http://schemas.microsoft.com/office/powerpoint/2010/main" val="2472471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E405AD-B4F4-F22F-6FA6-440909964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592" y="9560719"/>
            <a:ext cx="36822865" cy="24079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F30964-66A1-C970-C858-9A4040082B9F}"/>
              </a:ext>
            </a:extLst>
          </p:cNvPr>
          <p:cNvSpPr txBox="1"/>
          <p:nvPr/>
        </p:nvSpPr>
        <p:spPr>
          <a:xfrm>
            <a:off x="22006560" y="32155448"/>
            <a:ext cx="10557698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Latencia (ms)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6538F-98B9-B46F-4206-AA538D6D1B9F}"/>
              </a:ext>
            </a:extLst>
          </p:cNvPr>
          <p:cNvSpPr txBox="1"/>
          <p:nvPr/>
        </p:nvSpPr>
        <p:spPr>
          <a:xfrm rot="16200000">
            <a:off x="3200400" y="18713767"/>
            <a:ext cx="11383244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 (µV)</a:t>
            </a:r>
          </a:p>
        </p:txBody>
      </p:sp>
    </p:spTree>
    <p:extLst>
      <p:ext uri="{BB962C8B-B14F-4D97-AF65-F5344CB8AC3E}">
        <p14:creationId xmlns:p14="http://schemas.microsoft.com/office/powerpoint/2010/main" val="3675135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6B521D-B1C8-053C-5F56-696936676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366" y="6888480"/>
            <a:ext cx="36429318" cy="29423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B31E55-60A9-E792-6792-354B506BFDB9}"/>
              </a:ext>
            </a:extLst>
          </p:cNvPr>
          <p:cNvSpPr txBox="1"/>
          <p:nvPr/>
        </p:nvSpPr>
        <p:spPr>
          <a:xfrm>
            <a:off x="22616160" y="34096167"/>
            <a:ext cx="10557698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Latencia (ms)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1136B4-1839-6BBF-3E57-F2E42C32C691}"/>
              </a:ext>
            </a:extLst>
          </p:cNvPr>
          <p:cNvSpPr txBox="1"/>
          <p:nvPr/>
        </p:nvSpPr>
        <p:spPr>
          <a:xfrm rot="16200000">
            <a:off x="3810002" y="18896647"/>
            <a:ext cx="11383244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 (µV)</a:t>
            </a:r>
          </a:p>
        </p:txBody>
      </p:sp>
    </p:spTree>
    <p:extLst>
      <p:ext uri="{BB962C8B-B14F-4D97-AF65-F5344CB8AC3E}">
        <p14:creationId xmlns:p14="http://schemas.microsoft.com/office/powerpoint/2010/main" val="696571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60516-6434-A59F-B483-048871523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1C8A6-462E-D024-1D36-4D8E67A87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316" y="6400801"/>
            <a:ext cx="36587418" cy="303990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E893D8-4BFE-7339-4A8A-D555E26154F1}"/>
              </a:ext>
            </a:extLst>
          </p:cNvPr>
          <p:cNvSpPr txBox="1"/>
          <p:nvPr/>
        </p:nvSpPr>
        <p:spPr>
          <a:xfrm>
            <a:off x="24323040" y="34096167"/>
            <a:ext cx="10557698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Latencia (ms)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1391B-BB79-5048-25E8-295511A629BD}"/>
              </a:ext>
            </a:extLst>
          </p:cNvPr>
          <p:cNvSpPr txBox="1"/>
          <p:nvPr/>
        </p:nvSpPr>
        <p:spPr>
          <a:xfrm rot="16200000">
            <a:off x="3688083" y="19384327"/>
            <a:ext cx="11383244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 (µV)</a:t>
            </a:r>
          </a:p>
        </p:txBody>
      </p:sp>
    </p:spTree>
    <p:extLst>
      <p:ext uri="{BB962C8B-B14F-4D97-AF65-F5344CB8AC3E}">
        <p14:creationId xmlns:p14="http://schemas.microsoft.com/office/powerpoint/2010/main" val="2611112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CD84A4-9F5D-B50C-0708-D862E6B5A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752" y="9814560"/>
            <a:ext cx="24444546" cy="235715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C8B4A1-6C52-8178-5900-258719EB9557}"/>
              </a:ext>
            </a:extLst>
          </p:cNvPr>
          <p:cNvSpPr txBox="1"/>
          <p:nvPr/>
        </p:nvSpPr>
        <p:spPr>
          <a:xfrm>
            <a:off x="22067520" y="31170087"/>
            <a:ext cx="10557698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Latencia (ms)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B21CE-DF5B-E0C1-FB88-F8E8B89E1A54}"/>
              </a:ext>
            </a:extLst>
          </p:cNvPr>
          <p:cNvSpPr txBox="1"/>
          <p:nvPr/>
        </p:nvSpPr>
        <p:spPr>
          <a:xfrm rot="16200000">
            <a:off x="9845044" y="19567208"/>
            <a:ext cx="11383244" cy="221599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s-MX" sz="1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Amplitud (µV)</a:t>
            </a:r>
          </a:p>
        </p:txBody>
      </p:sp>
    </p:spTree>
    <p:extLst>
      <p:ext uri="{BB962C8B-B14F-4D97-AF65-F5344CB8AC3E}">
        <p14:creationId xmlns:p14="http://schemas.microsoft.com/office/powerpoint/2010/main" val="126757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1746</TotalTime>
  <Words>1063</Words>
  <Application>Microsoft Office PowerPoint</Application>
  <PresentationFormat>Custom</PresentationFormat>
  <Paragraphs>275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Emmanuel De Jesús Velásquez Martínez</dc:creator>
  <cp:lastModifiedBy>Emmanuel De Jesús Velásquez Martínez</cp:lastModifiedBy>
  <cp:revision>33</cp:revision>
  <dcterms:created xsi:type="dcterms:W3CDTF">2023-05-03T20:29:45Z</dcterms:created>
  <dcterms:modified xsi:type="dcterms:W3CDTF">2024-11-25T23:27:32Z</dcterms:modified>
</cp:coreProperties>
</file>