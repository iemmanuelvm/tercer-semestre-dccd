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5" r:id="rId4"/>
    <p:sldId id="259" r:id="rId5"/>
    <p:sldId id="266" r:id="rId6"/>
    <p:sldId id="267" r:id="rId7"/>
    <p:sldId id="268" r:id="rId8"/>
    <p:sldId id="258" r:id="rId9"/>
    <p:sldId id="263" r:id="rId10"/>
    <p:sldId id="260" r:id="rId11"/>
    <p:sldId id="257" r:id="rId12"/>
    <p:sldId id="264" r:id="rId13"/>
    <p:sldId id="261" r:id="rId14"/>
    <p:sldId id="269" r:id="rId15"/>
    <p:sldId id="270" r:id="rId16"/>
    <p:sldId id="271" r:id="rId17"/>
    <p:sldId id="272" r:id="rId18"/>
    <p:sldId id="273" r:id="rId19"/>
  </p:sldIdLst>
  <p:sldSz cx="43200638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DCE3"/>
    <a:srgbClr val="FF3D3D"/>
    <a:srgbClr val="FEA5A3"/>
    <a:srgbClr val="95AFFF"/>
    <a:srgbClr val="FFB74C"/>
    <a:srgbClr val="6EB692"/>
    <a:srgbClr val="F1FFF0"/>
    <a:srgbClr val="F2F2F2"/>
    <a:srgbClr val="EBC4A6"/>
    <a:srgbClr val="FFF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10" d="100"/>
          <a:sy n="10" d="100"/>
        </p:scale>
        <p:origin x="1656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51" y="4713415"/>
            <a:ext cx="36720542" cy="10026815"/>
          </a:xfrm>
        </p:spPr>
        <p:txBody>
          <a:bodyPr anchor="b"/>
          <a:lstStyle>
            <a:lvl1pPr algn="ctr"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8" y="15126892"/>
            <a:ext cx="32400480" cy="6953434"/>
          </a:xfrm>
        </p:spPr>
        <p:txBody>
          <a:bodyPr/>
          <a:lstStyle>
            <a:lvl1pPr marL="0" indent="0" algn="ctr">
              <a:buNone/>
              <a:defRPr sz="10063"/>
            </a:lvl1pPr>
            <a:lvl2pPr marL="1918094" indent="0" algn="ctr">
              <a:buNone/>
              <a:defRPr sz="8395"/>
            </a:lvl2pPr>
            <a:lvl3pPr marL="3836200" indent="0" algn="ctr">
              <a:buNone/>
              <a:defRPr sz="7555"/>
            </a:lvl3pPr>
            <a:lvl4pPr marL="5754299" indent="0" algn="ctr">
              <a:buNone/>
              <a:defRPr sz="6721"/>
            </a:lvl4pPr>
            <a:lvl5pPr marL="7672393" indent="0" algn="ctr">
              <a:buNone/>
              <a:defRPr sz="6721"/>
            </a:lvl5pPr>
            <a:lvl6pPr marL="9590487" indent="0" algn="ctr">
              <a:buNone/>
              <a:defRPr sz="6721"/>
            </a:lvl6pPr>
            <a:lvl7pPr marL="11508587" indent="0" algn="ctr">
              <a:buNone/>
              <a:defRPr sz="6721"/>
            </a:lvl7pPr>
            <a:lvl8pPr marL="13426680" indent="0" algn="ctr">
              <a:buNone/>
              <a:defRPr sz="6721"/>
            </a:lvl8pPr>
            <a:lvl9pPr marL="15344786" indent="0" algn="ctr">
              <a:buNone/>
              <a:defRPr sz="67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260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256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9" y="7180124"/>
            <a:ext cx="37260554" cy="11980175"/>
          </a:xfrm>
        </p:spPr>
        <p:txBody>
          <a:bodyPr anchor="b"/>
          <a:lstStyle>
            <a:lvl1pPr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9" y="19273636"/>
            <a:ext cx="37260554" cy="6300091"/>
          </a:xfrm>
        </p:spPr>
        <p:txBody>
          <a:bodyPr/>
          <a:lstStyle>
            <a:lvl1pPr marL="0" indent="0">
              <a:buNone/>
              <a:defRPr sz="10063">
                <a:solidFill>
                  <a:schemeClr val="tx1"/>
                </a:solidFill>
              </a:defRPr>
            </a:lvl1pPr>
            <a:lvl2pPr marL="1918094" indent="0">
              <a:buNone/>
              <a:defRPr sz="8395">
                <a:solidFill>
                  <a:schemeClr val="tx1">
                    <a:tint val="75000"/>
                  </a:schemeClr>
                </a:solidFill>
              </a:defRPr>
            </a:lvl2pPr>
            <a:lvl3pPr marL="3836200" indent="0">
              <a:buNone/>
              <a:defRPr sz="7555">
                <a:solidFill>
                  <a:schemeClr val="tx1">
                    <a:tint val="75000"/>
                  </a:schemeClr>
                </a:solidFill>
              </a:defRPr>
            </a:lvl3pPr>
            <a:lvl4pPr marL="5754299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4pPr>
            <a:lvl5pPr marL="7672393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5pPr>
            <a:lvl6pPr marL="95904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6pPr>
            <a:lvl7pPr marL="115085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7pPr>
            <a:lvl8pPr marL="13426680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8pPr>
            <a:lvl9pPr marL="15344786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488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5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2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37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4" y="1533372"/>
            <a:ext cx="37260554" cy="556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80" y="7060116"/>
            <a:ext cx="1827589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80" y="10520155"/>
            <a:ext cx="1827589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2" y="7060116"/>
            <a:ext cx="1836590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2" y="10520155"/>
            <a:ext cx="1836590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153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0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908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9" y="4146744"/>
            <a:ext cx="21870322" cy="20466969"/>
          </a:xfrm>
        </p:spPr>
        <p:txBody>
          <a:bodyPr/>
          <a:lstStyle>
            <a:lvl1pPr>
              <a:defRPr sz="13424"/>
            </a:lvl1pPr>
            <a:lvl2pPr>
              <a:defRPr sz="11743"/>
            </a:lvl2pPr>
            <a:lvl3pPr>
              <a:defRPr sz="10063"/>
            </a:lvl3pPr>
            <a:lvl4pPr>
              <a:defRPr sz="8395"/>
            </a:lvl4pPr>
            <a:lvl5pPr>
              <a:defRPr sz="8395"/>
            </a:lvl5pPr>
            <a:lvl6pPr>
              <a:defRPr sz="8395"/>
            </a:lvl6pPr>
            <a:lvl7pPr>
              <a:defRPr sz="8395"/>
            </a:lvl7pPr>
            <a:lvl8pPr>
              <a:defRPr sz="8395"/>
            </a:lvl8pPr>
            <a:lvl9pPr>
              <a:defRPr sz="83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02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9" y="4146744"/>
            <a:ext cx="21870322" cy="20466969"/>
          </a:xfrm>
        </p:spPr>
        <p:txBody>
          <a:bodyPr anchor="t"/>
          <a:lstStyle>
            <a:lvl1pPr marL="0" indent="0">
              <a:buNone/>
              <a:defRPr sz="13424"/>
            </a:lvl1pPr>
            <a:lvl2pPr marL="1918094" indent="0">
              <a:buNone/>
              <a:defRPr sz="11743"/>
            </a:lvl2pPr>
            <a:lvl3pPr marL="3836200" indent="0">
              <a:buNone/>
              <a:defRPr sz="10063"/>
            </a:lvl3pPr>
            <a:lvl4pPr marL="5754299" indent="0">
              <a:buNone/>
              <a:defRPr sz="8395"/>
            </a:lvl4pPr>
            <a:lvl5pPr marL="7672393" indent="0">
              <a:buNone/>
              <a:defRPr sz="8395"/>
            </a:lvl5pPr>
            <a:lvl6pPr marL="9590487" indent="0">
              <a:buNone/>
              <a:defRPr sz="8395"/>
            </a:lvl6pPr>
            <a:lvl7pPr marL="11508587" indent="0">
              <a:buNone/>
              <a:defRPr sz="8395"/>
            </a:lvl7pPr>
            <a:lvl8pPr marL="13426680" indent="0">
              <a:buNone/>
              <a:defRPr sz="8395"/>
            </a:lvl8pPr>
            <a:lvl9pPr marL="15344786" indent="0">
              <a:buNone/>
              <a:defRPr sz="83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034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86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61" y="1533366"/>
            <a:ext cx="9315138" cy="24407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5" y="1533366"/>
            <a:ext cx="27405404" cy="24407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70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5" y="1533372"/>
            <a:ext cx="37260554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5" y="7666790"/>
            <a:ext cx="37260554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51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057A2-905A-4BA0-9870-BA1BCF14E399}" type="datetimeFigureOut">
              <a:rPr lang="es-MX" smtClean="0"/>
              <a:t>10/11/2024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5" y="26693734"/>
            <a:ext cx="14580214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2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882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6200" rtl="0" eaLnBrk="1" latinLnBrk="0" hangingPunct="1">
        <a:lnSpc>
          <a:spcPct val="90000"/>
        </a:lnSpc>
        <a:spcBef>
          <a:spcPct val="0"/>
        </a:spcBef>
        <a:buNone/>
        <a:defRPr sz="18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050" indent="-959050" algn="l" defTabSz="383620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43" kern="1200">
          <a:solidFill>
            <a:schemeClr val="tx1"/>
          </a:solidFill>
          <a:latin typeface="+mn-lt"/>
          <a:ea typeface="+mn-ea"/>
          <a:cs typeface="+mn-cs"/>
        </a:defRPr>
      </a:lvl1pPr>
      <a:lvl2pPr marL="2877144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47952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5" kern="1200">
          <a:solidFill>
            <a:schemeClr val="tx1"/>
          </a:solidFill>
          <a:latin typeface="+mn-lt"/>
          <a:ea typeface="+mn-ea"/>
          <a:cs typeface="+mn-cs"/>
        </a:defRPr>
      </a:lvl3pPr>
      <a:lvl4pPr marL="67133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86314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105495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24676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43857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6303830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1pPr>
      <a:lvl2pPr marL="1918094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2pPr>
      <a:lvl3pPr marL="383620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3pPr>
      <a:lvl4pPr marL="5754299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7672393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95904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15085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342668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5344786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7D87D8C-F9EC-65E3-EDA9-94FF47C14DE9}"/>
              </a:ext>
            </a:extLst>
          </p:cNvPr>
          <p:cNvGrpSpPr/>
          <p:nvPr/>
        </p:nvGrpSpPr>
        <p:grpSpPr>
          <a:xfrm>
            <a:off x="975356" y="421221"/>
            <a:ext cx="42056229" cy="16723779"/>
            <a:chOff x="975357" y="421221"/>
            <a:chExt cx="30053282" cy="11950773"/>
          </a:xfrm>
        </p:grpSpPr>
        <p:sp>
          <p:nvSpPr>
            <p:cNvPr id="100" name="Rectangle: Top Corners Rounded 99">
              <a:extLst>
                <a:ext uri="{FF2B5EF4-FFF2-40B4-BE49-F238E27FC236}">
                  <a16:creationId xmlns:a16="http://schemas.microsoft.com/office/drawing/2014/main" id="{D23E5D9E-1222-D900-9816-0F1EE1A1868B}"/>
                </a:ext>
              </a:extLst>
            </p:cNvPr>
            <p:cNvSpPr/>
            <p:nvPr/>
          </p:nvSpPr>
          <p:spPr>
            <a:xfrm rot="10800000">
              <a:off x="20371722" y="5994473"/>
              <a:ext cx="9803477" cy="5365023"/>
            </a:xfrm>
            <a:prstGeom prst="round2Same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98" name="Rectangle: Top Corners Rounded 97">
              <a:extLst>
                <a:ext uri="{FF2B5EF4-FFF2-40B4-BE49-F238E27FC236}">
                  <a16:creationId xmlns:a16="http://schemas.microsoft.com/office/drawing/2014/main" id="{FEB5FC99-9B14-337B-9F3E-638A5A1DE0F7}"/>
                </a:ext>
              </a:extLst>
            </p:cNvPr>
            <p:cNvSpPr/>
            <p:nvPr/>
          </p:nvSpPr>
          <p:spPr>
            <a:xfrm>
              <a:off x="975360" y="1292484"/>
              <a:ext cx="29199840" cy="4701995"/>
            </a:xfrm>
            <a:prstGeom prst="round2SameRect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5CDF3B9-3FFB-25A9-9B0D-3C22BB8A0DB1}"/>
                </a:ext>
              </a:extLst>
            </p:cNvPr>
            <p:cNvSpPr/>
            <p:nvPr/>
          </p:nvSpPr>
          <p:spPr>
            <a:xfrm>
              <a:off x="24329842" y="2005450"/>
              <a:ext cx="4914471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60F520-C0E2-34B5-73C0-23C336594D0D}"/>
                </a:ext>
              </a:extLst>
            </p:cNvPr>
            <p:cNvSpPr/>
            <p:nvPr/>
          </p:nvSpPr>
          <p:spPr>
            <a:xfrm>
              <a:off x="7447878" y="2005450"/>
              <a:ext cx="4786104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Pre-processing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A6A2D29-D42A-1720-93F9-62C75B275275}"/>
                </a:ext>
              </a:extLst>
            </p:cNvPr>
            <p:cNvSpPr/>
            <p:nvPr/>
          </p:nvSpPr>
          <p:spPr>
            <a:xfrm>
              <a:off x="1818567" y="2005450"/>
              <a:ext cx="4786104" cy="29977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speech signal per each speaker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F6F37C-B740-89A0-213D-DAB24AA6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0287" y="2202274"/>
              <a:ext cx="1102664" cy="607363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594C71E-451B-B630-C088-15D82456F3E6}"/>
                </a:ext>
              </a:extLst>
            </p:cNvPr>
            <p:cNvSpPr/>
            <p:nvPr/>
          </p:nvSpPr>
          <p:spPr>
            <a:xfrm>
              <a:off x="13077189" y="2019394"/>
              <a:ext cx="4786122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4889CE1-9C96-F4DA-C54F-C62208B408AD}"/>
                </a:ext>
              </a:extLst>
            </p:cNvPr>
            <p:cNvSpPr/>
            <p:nvPr/>
          </p:nvSpPr>
          <p:spPr>
            <a:xfrm>
              <a:off x="18706500" y="2022729"/>
              <a:ext cx="4780153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model with domain adaptation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21155033" y="6532306"/>
              <a:ext cx="8471527" cy="41641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5E40BD90-501D-5CE9-B720-AD6A4BEA50E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6604671" y="3504345"/>
              <a:ext cx="84320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54E51924-9E7E-ACB0-F0A3-E8B9CFCDCCD4}"/>
                </a:ext>
              </a:extLst>
            </p:cNvPr>
            <p:cNvCxnSpPr>
              <a:stCxn id="8" idx="3"/>
              <a:endCxn id="21" idx="1"/>
            </p:cNvCxnSpPr>
            <p:nvPr/>
          </p:nvCxnSpPr>
          <p:spPr>
            <a:xfrm>
              <a:off x="12233982" y="3504345"/>
              <a:ext cx="843207" cy="1394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50A18DF3-2122-72CC-893D-D0C6F05B9C00}"/>
                </a:ext>
              </a:extLst>
            </p:cNvPr>
            <p:cNvCxnSpPr>
              <a:stCxn id="21" idx="3"/>
              <a:endCxn id="13" idx="1"/>
            </p:cNvCxnSpPr>
            <p:nvPr/>
          </p:nvCxnSpPr>
          <p:spPr>
            <a:xfrm>
              <a:off x="17863311" y="3518289"/>
              <a:ext cx="843189" cy="333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B13505FB-2A1A-9580-CA8D-330F88DFEA10}"/>
                </a:ext>
              </a:extLst>
            </p:cNvPr>
            <p:cNvCxnSpPr>
              <a:stCxn id="13" idx="3"/>
              <a:endCxn id="68" idx="1"/>
            </p:cNvCxnSpPr>
            <p:nvPr/>
          </p:nvCxnSpPr>
          <p:spPr>
            <a:xfrm flipV="1">
              <a:off x="23486653" y="3504345"/>
              <a:ext cx="843189" cy="1727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Top Corners Rounded 99">
              <a:extLst>
                <a:ext uri="{FF2B5EF4-FFF2-40B4-BE49-F238E27FC236}">
                  <a16:creationId xmlns:a16="http://schemas.microsoft.com/office/drawing/2014/main" id="{6E5C2548-E6A9-5B6D-E361-E2D5F87DA675}"/>
                </a:ext>
              </a:extLst>
            </p:cNvPr>
            <p:cNvSpPr/>
            <p:nvPr/>
          </p:nvSpPr>
          <p:spPr>
            <a:xfrm rot="10800000">
              <a:off x="11745973" y="5994472"/>
              <a:ext cx="7658614" cy="5365024"/>
            </a:xfrm>
            <a:prstGeom prst="round2SameRect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65" name="Rectangle: Rounded Corners 120">
              <a:extLst>
                <a:ext uri="{FF2B5EF4-FFF2-40B4-BE49-F238E27FC236}">
                  <a16:creationId xmlns:a16="http://schemas.microsoft.com/office/drawing/2014/main" id="{EA693CB5-0209-DFB8-F613-0E6D5F6795DA}"/>
                </a:ext>
              </a:extLst>
            </p:cNvPr>
            <p:cNvSpPr/>
            <p:nvPr/>
          </p:nvSpPr>
          <p:spPr>
            <a:xfrm>
              <a:off x="12445834" y="6532305"/>
              <a:ext cx="6576171" cy="168797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wavelet transform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23DFD60-693B-D3C5-A6FC-00F22B7976B7}"/>
                </a:ext>
              </a:extLst>
            </p:cNvPr>
            <p:cNvSpPr/>
            <p:nvPr/>
          </p:nvSpPr>
          <p:spPr>
            <a:xfrm>
              <a:off x="12425821" y="8758109"/>
              <a:ext cx="6576171" cy="2223714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 after applying DNN and WT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: Top Corners Rounded 99">
              <a:extLst>
                <a:ext uri="{FF2B5EF4-FFF2-40B4-BE49-F238E27FC236}">
                  <a16:creationId xmlns:a16="http://schemas.microsoft.com/office/drawing/2014/main" id="{8665969B-1107-1974-4D6D-B0DFBDA89047}"/>
                </a:ext>
              </a:extLst>
            </p:cNvPr>
            <p:cNvSpPr/>
            <p:nvPr/>
          </p:nvSpPr>
          <p:spPr>
            <a:xfrm rot="10800000">
              <a:off x="975357" y="5994473"/>
              <a:ext cx="9803478" cy="5365025"/>
            </a:xfrm>
            <a:prstGeom prst="round2SameRect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B2920EE0-AF27-90C0-5457-EED4CC4851D9}"/>
                </a:ext>
              </a:extLst>
            </p:cNvPr>
            <p:cNvSpPr/>
            <p:nvPr/>
          </p:nvSpPr>
          <p:spPr>
            <a:xfrm>
              <a:off x="1303842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Speaker identification model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: Rounded Corners 213">
              <a:extLst>
                <a:ext uri="{FF2B5EF4-FFF2-40B4-BE49-F238E27FC236}">
                  <a16:creationId xmlns:a16="http://schemas.microsoft.com/office/drawing/2014/main" id="{DD1C7F70-8A93-7F17-90CA-89F78E033758}"/>
                </a:ext>
              </a:extLst>
            </p:cNvPr>
            <p:cNvSpPr/>
            <p:nvPr/>
          </p:nvSpPr>
          <p:spPr>
            <a:xfrm>
              <a:off x="6145409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 speech recognizer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Conector: angular 80">
              <a:extLst>
                <a:ext uri="{FF2B5EF4-FFF2-40B4-BE49-F238E27FC236}">
                  <a16:creationId xmlns:a16="http://schemas.microsoft.com/office/drawing/2014/main" id="{EFBDD48C-FB56-3E86-E757-5EA114EFA080}"/>
                </a:ext>
              </a:extLst>
            </p:cNvPr>
            <p:cNvCxnSpPr>
              <a:cxnSpLocks/>
              <a:stCxn id="68" idx="2"/>
              <a:endCxn id="64" idx="1"/>
            </p:cNvCxnSpPr>
            <p:nvPr/>
          </p:nvCxnSpPr>
          <p:spPr>
            <a:xfrm rot="5400000">
              <a:off x="20685563" y="-107043"/>
              <a:ext cx="991232" cy="11211798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75925013-4A29-0185-9E62-37DF0CD479A0}"/>
                </a:ext>
              </a:extLst>
            </p:cNvPr>
            <p:cNvCxnSpPr>
              <a:stCxn id="65" idx="2"/>
            </p:cNvCxnSpPr>
            <p:nvPr/>
          </p:nvCxnSpPr>
          <p:spPr>
            <a:xfrm flipH="1">
              <a:off x="15733919" y="8220284"/>
              <a:ext cx="1" cy="593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8C59BA28-6447-4CA3-72D3-CC7AC1E83F3D}"/>
                </a:ext>
              </a:extLst>
            </p:cNvPr>
            <p:cNvCxnSpPr>
              <a:cxnSpLocks/>
              <a:stCxn id="64" idx="2"/>
              <a:endCxn id="100" idx="0"/>
            </p:cNvCxnSpPr>
            <p:nvPr/>
          </p:nvCxnSpPr>
          <p:spPr>
            <a:xfrm>
              <a:off x="19404587" y="8676984"/>
              <a:ext cx="9671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de flecha 121">
              <a:extLst>
                <a:ext uri="{FF2B5EF4-FFF2-40B4-BE49-F238E27FC236}">
                  <a16:creationId xmlns:a16="http://schemas.microsoft.com/office/drawing/2014/main" id="{08C8DA65-D307-1C5C-D100-E50DE743E4C8}"/>
                </a:ext>
              </a:extLst>
            </p:cNvPr>
            <p:cNvCxnSpPr>
              <a:stCxn id="64" idx="0"/>
            </p:cNvCxnSpPr>
            <p:nvPr/>
          </p:nvCxnSpPr>
          <p:spPr>
            <a:xfrm flipH="1">
              <a:off x="10778835" y="8676984"/>
              <a:ext cx="967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: angular 125">
              <a:extLst>
                <a:ext uri="{FF2B5EF4-FFF2-40B4-BE49-F238E27FC236}">
                  <a16:creationId xmlns:a16="http://schemas.microsoft.com/office/drawing/2014/main" id="{5584F43D-10FF-1E69-DC3C-68C96A117162}"/>
                </a:ext>
              </a:extLst>
            </p:cNvPr>
            <p:cNvCxnSpPr>
              <a:stCxn id="68" idx="2"/>
              <a:endCxn id="69" idx="1"/>
            </p:cNvCxnSpPr>
            <p:nvPr/>
          </p:nvCxnSpPr>
          <p:spPr>
            <a:xfrm rot="5400000">
              <a:off x="15836471" y="-4956135"/>
              <a:ext cx="991233" cy="20909982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: angular 131">
              <a:extLst>
                <a:ext uri="{FF2B5EF4-FFF2-40B4-BE49-F238E27FC236}">
                  <a16:creationId xmlns:a16="http://schemas.microsoft.com/office/drawing/2014/main" id="{06BCFDEF-8B4E-31BA-AE9E-82498F310127}"/>
                </a:ext>
              </a:extLst>
            </p:cNvPr>
            <p:cNvCxnSpPr>
              <a:stCxn id="8" idx="0"/>
              <a:endCxn id="69" idx="0"/>
            </p:cNvCxnSpPr>
            <p:nvPr/>
          </p:nvCxnSpPr>
          <p:spPr>
            <a:xfrm rot="16200000" flipH="1" flipV="1">
              <a:off x="2072376" y="908430"/>
              <a:ext cx="6671535" cy="8865573"/>
            </a:xfrm>
            <a:prstGeom prst="bentConnector4">
              <a:avLst>
                <a:gd name="adj1" fmla="val -18503"/>
                <a:gd name="adj2" fmla="val 103954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D61D9ABC-C7D3-31C2-394D-28E9EEC0876A}"/>
                </a:ext>
              </a:extLst>
            </p:cNvPr>
            <p:cNvSpPr/>
            <p:nvPr/>
          </p:nvSpPr>
          <p:spPr>
            <a:xfrm>
              <a:off x="9942117" y="10665114"/>
              <a:ext cx="1706880" cy="1706880"/>
            </a:xfrm>
            <a:prstGeom prst="ellipse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44D60B0-80D0-F2B4-2F68-F66092200351}"/>
                </a:ext>
              </a:extLst>
            </p:cNvPr>
            <p:cNvSpPr/>
            <p:nvPr/>
          </p:nvSpPr>
          <p:spPr>
            <a:xfrm>
              <a:off x="29321759" y="421221"/>
              <a:ext cx="1706880" cy="1706880"/>
            </a:xfrm>
            <a:prstGeom prst="ellipse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DDFF20C-6802-E897-977D-E7460292E429}"/>
                </a:ext>
              </a:extLst>
            </p:cNvPr>
            <p:cNvSpPr/>
            <p:nvPr/>
          </p:nvSpPr>
          <p:spPr>
            <a:xfrm>
              <a:off x="29321759" y="10646919"/>
              <a:ext cx="1706880" cy="17068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C96550F-616F-0B37-830F-4776A2E782A3}"/>
                </a:ext>
              </a:extLst>
            </p:cNvPr>
            <p:cNvSpPr/>
            <p:nvPr/>
          </p:nvSpPr>
          <p:spPr>
            <a:xfrm>
              <a:off x="18565951" y="10643848"/>
              <a:ext cx="1706880" cy="1706880"/>
            </a:xfrm>
            <a:prstGeom prst="ellipse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82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12249150" y="15960533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12981802" y="7823652"/>
            <a:ext cx="5486399" cy="13519719"/>
          </a:xfrm>
          <a:prstGeom prst="round2SameRect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3111016" y="2466467"/>
            <a:ext cx="5227972" cy="13519720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4094506" y="-1778017"/>
            <a:ext cx="3775354" cy="13005357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642817" y="2836985"/>
            <a:ext cx="9220937" cy="14483086"/>
          </a:xfrm>
          <a:prstGeom prst="round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270932" y="1443117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48778" y="6853800"/>
            <a:ext cx="7845065" cy="1800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270932" y="9378600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270932" y="1190488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214841" y="3487194"/>
            <a:ext cx="9868817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208228" y="7216883"/>
            <a:ext cx="9868820" cy="1429786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214841" y="9129590"/>
            <a:ext cx="9870229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12190762" y="12243179"/>
            <a:ext cx="9894308" cy="1397291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12208228" y="13961532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329000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63" y="3089739"/>
            <a:ext cx="1557894" cy="891636"/>
          </a:xfrm>
          <a:prstGeom prst="rect">
            <a:avLst/>
          </a:prstGeom>
        </p:spPr>
      </p:pic>
      <p:sp>
        <p:nvSpPr>
          <p:cNvPr id="160" name="Rectangle: Rounded Corners 213">
            <a:extLst>
              <a:ext uri="{FF2B5EF4-FFF2-40B4-BE49-F238E27FC236}">
                <a16:creationId xmlns:a16="http://schemas.microsoft.com/office/drawing/2014/main" id="{397F09CC-6EA5-CE21-EF85-C48A0B22265B}"/>
              </a:ext>
            </a:extLst>
          </p:cNvPr>
          <p:cNvSpPr/>
          <p:nvPr/>
        </p:nvSpPr>
        <p:spPr>
          <a:xfrm>
            <a:off x="12208228" y="15707060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2002783" y="11742223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098542" y="283698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2002783" y="2830702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2002783" y="6612339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F340DFE0-4A93-8213-A9D8-A0E728E2D75E}"/>
              </a:ext>
            </a:extLst>
          </p:cNvPr>
          <p:cNvCxnSpPr>
            <a:cxnSpLocks/>
          </p:cNvCxnSpPr>
          <p:nvPr/>
        </p:nvCxnSpPr>
        <p:spPr>
          <a:xfrm>
            <a:off x="7021063" y="61290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3FFE146-8C11-06DF-5BF6-72304401D844}"/>
              </a:ext>
            </a:extLst>
          </p:cNvPr>
          <p:cNvCxnSpPr>
            <a:cxnSpLocks/>
          </p:cNvCxnSpPr>
          <p:nvPr/>
        </p:nvCxnSpPr>
        <p:spPr>
          <a:xfrm>
            <a:off x="7021063" y="86538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2EB0116F-C287-1C5E-6E11-BA8614B0BD1A}"/>
              </a:ext>
            </a:extLst>
          </p:cNvPr>
          <p:cNvCxnSpPr>
            <a:cxnSpLocks/>
          </p:cNvCxnSpPr>
          <p:nvPr/>
        </p:nvCxnSpPr>
        <p:spPr>
          <a:xfrm>
            <a:off x="7021063" y="1118008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35D1AD05-9408-A5F4-5166-A5E86000FF15}"/>
              </a:ext>
            </a:extLst>
          </p:cNvPr>
          <p:cNvCxnSpPr>
            <a:cxnSpLocks/>
          </p:cNvCxnSpPr>
          <p:nvPr/>
        </p:nvCxnSpPr>
        <p:spPr>
          <a:xfrm>
            <a:off x="7021063" y="1370637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A7971A53-A54B-BFED-548E-6E84FDC14DDE}"/>
              </a:ext>
            </a:extLst>
          </p:cNvPr>
          <p:cNvCxnSpPr>
            <a:cxnSpLocks/>
            <a:stCxn id="40" idx="1"/>
            <a:endCxn id="138" idx="2"/>
          </p:cNvCxnSpPr>
          <p:nvPr/>
        </p:nvCxnSpPr>
        <p:spPr>
          <a:xfrm rot="10800000" flipH="1" flipV="1">
            <a:off x="3149443" y="5228999"/>
            <a:ext cx="14046862" cy="12097711"/>
          </a:xfrm>
          <a:prstGeom prst="bentConnector4">
            <a:avLst>
              <a:gd name="adj1" fmla="val -5466"/>
              <a:gd name="adj2" fmla="val 10440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89EF4E68-6814-FB5C-41EC-27EAD5EB4B82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1115997" y="4740180"/>
            <a:ext cx="1098844" cy="10591744"/>
          </a:xfrm>
          <a:prstGeom prst="bentConnector3">
            <a:avLst>
              <a:gd name="adj1" fmla="val 2866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2355F78D-1018-D4A1-FF6B-9A1F7822F494}"/>
              </a:ext>
            </a:extLst>
          </p:cNvPr>
          <p:cNvCxnSpPr/>
          <p:nvPr/>
        </p:nvCxnSpPr>
        <p:spPr>
          <a:xfrm>
            <a:off x="11115997" y="15337315"/>
            <a:ext cx="74775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1C558F54-C862-E790-2189-76F063A04264}"/>
              </a:ext>
            </a:extLst>
          </p:cNvPr>
          <p:cNvCxnSpPr>
            <a:cxnSpLocks/>
            <a:stCxn id="102" idx="2"/>
            <a:endCxn id="65" idx="0"/>
          </p:cNvCxnSpPr>
          <p:nvPr/>
        </p:nvCxnSpPr>
        <p:spPr>
          <a:xfrm flipH="1">
            <a:off x="17142638" y="5993166"/>
            <a:ext cx="6612" cy="12237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16C7995B-6672-216C-1EB5-D0AF69D84C63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7142638" y="8646669"/>
            <a:ext cx="7318" cy="4829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8E5F69E3-7FFE-152A-6838-E9EE1B82AA06}"/>
              </a:ext>
            </a:extLst>
          </p:cNvPr>
          <p:cNvCxnSpPr>
            <a:stCxn id="170" idx="2"/>
          </p:cNvCxnSpPr>
          <p:nvPr/>
        </p:nvCxnSpPr>
        <p:spPr>
          <a:xfrm flipH="1">
            <a:off x="17142638" y="11364264"/>
            <a:ext cx="7318" cy="5406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angular 168">
            <a:extLst>
              <a:ext uri="{FF2B5EF4-FFF2-40B4-BE49-F238E27FC236}">
                <a16:creationId xmlns:a16="http://schemas.microsoft.com/office/drawing/2014/main" id="{7C8F7F34-AB3D-19BD-94A7-93108C2F53D2}"/>
              </a:ext>
            </a:extLst>
          </p:cNvPr>
          <p:cNvCxnSpPr>
            <a:stCxn id="170" idx="3"/>
            <a:endCxn id="102" idx="3"/>
          </p:cNvCxnSpPr>
          <p:nvPr/>
        </p:nvCxnSpPr>
        <p:spPr>
          <a:xfrm flipH="1" flipV="1">
            <a:off x="22083658" y="4740180"/>
            <a:ext cx="1412" cy="5506747"/>
          </a:xfrm>
          <a:prstGeom prst="bentConnector3">
            <a:avLst>
              <a:gd name="adj1" fmla="val -8427004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9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20076940" y="3999330"/>
            <a:ext cx="10293451" cy="8135228"/>
          </a:xfrm>
          <a:prstGeom prst="round2SameRect">
            <a:avLst>
              <a:gd name="adj1" fmla="val 6878"/>
              <a:gd name="adj2" fmla="val 0"/>
            </a:avLst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3801077" y="-1401355"/>
            <a:ext cx="3777234" cy="12420378"/>
          </a:xfrm>
          <a:prstGeom prst="round2SameRect">
            <a:avLst>
              <a:gd name="adj1" fmla="val 8218"/>
              <a:gd name="adj2" fmla="val 0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22427830" y="10069374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2637724" y="3951509"/>
            <a:ext cx="6516218" cy="12008100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552700" y="2836985"/>
            <a:ext cx="9029656" cy="10459915"/>
          </a:xfrm>
          <a:prstGeom prst="roundRect">
            <a:avLst>
              <a:gd name="adj" fmla="val 4533"/>
            </a:avLst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13453" y="11722686"/>
            <a:ext cx="7845065" cy="1044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31114" y="6242625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148775" y="7810232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096457" y="9347951"/>
            <a:ext cx="7844400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036243" y="3526417"/>
            <a:ext cx="9459541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110303" y="7810231"/>
            <a:ext cx="9385481" cy="104453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110303" y="9886382"/>
            <a:ext cx="9386890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2353770" y="3503612"/>
            <a:ext cx="6472918" cy="2266943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22427830" y="6811731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056983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490288" y="3277464"/>
            <a:ext cx="1162038" cy="66507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8644593" y="2462435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148601" y="246243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0858635" y="2462435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0858635" y="6242625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5EF1557-95A5-3C3D-9DD9-9DD073D942F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7053647" y="7287162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A9E319C-65CB-FE3C-AC11-E3EB86DCEAD1}"/>
              </a:ext>
            </a:extLst>
          </p:cNvPr>
          <p:cNvCxnSpPr>
            <a:cxnSpLocks/>
          </p:cNvCxnSpPr>
          <p:nvPr/>
        </p:nvCxnSpPr>
        <p:spPr>
          <a:xfrm>
            <a:off x="7053646" y="8849209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0672EA7-9F5F-372F-6D58-9B9750D3A943}"/>
              </a:ext>
            </a:extLst>
          </p:cNvPr>
          <p:cNvCxnSpPr>
            <a:cxnSpLocks/>
          </p:cNvCxnSpPr>
          <p:nvPr/>
        </p:nvCxnSpPr>
        <p:spPr>
          <a:xfrm>
            <a:off x="7033184" y="11160943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00F3983-F7BD-FA4C-F75E-6F18C30EA51C}"/>
              </a:ext>
            </a:extLst>
          </p:cNvPr>
          <p:cNvCxnSpPr>
            <a:stCxn id="40" idx="1"/>
            <a:endCxn id="69" idx="0"/>
          </p:cNvCxnSpPr>
          <p:nvPr/>
        </p:nvCxnSpPr>
        <p:spPr>
          <a:xfrm rot="10800000" flipH="1" flipV="1">
            <a:off x="3149442" y="4956982"/>
            <a:ext cx="22074223" cy="8256687"/>
          </a:xfrm>
          <a:prstGeom prst="bentConnector4">
            <a:avLst>
              <a:gd name="adj1" fmla="val -3660"/>
              <a:gd name="adj2" fmla="val 10668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051CCF2-76CC-AAC4-7728-B3B90CFF108E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0958518" y="4779403"/>
            <a:ext cx="1077725" cy="7465283"/>
          </a:xfrm>
          <a:prstGeom prst="bentConnector3">
            <a:avLst>
              <a:gd name="adj1" fmla="val 3585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7C39964-8489-1E4E-2D05-342F509B3D36}"/>
              </a:ext>
            </a:extLst>
          </p:cNvPr>
          <p:cNvCxnSpPr>
            <a:stCxn id="68" idx="2"/>
          </p:cNvCxnSpPr>
          <p:nvPr/>
        </p:nvCxnSpPr>
        <p:spPr>
          <a:xfrm>
            <a:off x="7035986" y="12766686"/>
            <a:ext cx="26490" cy="9727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AED09CEE-F43D-8001-E3B7-7A5386FAA8DF}"/>
              </a:ext>
            </a:extLst>
          </p:cNvPr>
          <p:cNvCxnSpPr>
            <a:stCxn id="170" idx="3"/>
          </p:cNvCxnSpPr>
          <p:nvPr/>
        </p:nvCxnSpPr>
        <p:spPr>
          <a:xfrm flipH="1" flipV="1">
            <a:off x="21453254" y="4779403"/>
            <a:ext cx="43939" cy="6224316"/>
          </a:xfrm>
          <a:prstGeom prst="bentConnector4">
            <a:avLst>
              <a:gd name="adj1" fmla="val -1534120"/>
              <a:gd name="adj2" fmla="val 10007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9ED8728-72C2-1DF6-8EA7-44C7EB0FDB3D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16803044" y="5913648"/>
            <a:ext cx="0" cy="1896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C8486AE-8954-8BF4-CCE2-CC7F6B4B5E63}"/>
              </a:ext>
            </a:extLst>
          </p:cNvPr>
          <p:cNvCxnSpPr>
            <a:stCxn id="170" idx="2"/>
          </p:cNvCxnSpPr>
          <p:nvPr/>
        </p:nvCxnSpPr>
        <p:spPr>
          <a:xfrm rot="5400000">
            <a:off x="15994201" y="12929899"/>
            <a:ext cx="1618390" cy="70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F8F25BD-CEAD-6A06-82D5-1ADB9109ACAF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6803044" y="8854768"/>
            <a:ext cx="704" cy="1031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7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10800000">
            <a:off x="17730040" y="9359234"/>
            <a:ext cx="19134433" cy="5040978"/>
          </a:xfrm>
          <a:prstGeom prst="round2SameRect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20496200" y="9991744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 del modelo propuesto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903072F-F620-CB7F-9CBC-0BCB7D8C5AAA}"/>
              </a:ext>
            </a:extLst>
          </p:cNvPr>
          <p:cNvSpPr/>
          <p:nvPr/>
        </p:nvSpPr>
        <p:spPr>
          <a:xfrm>
            <a:off x="35933587" y="13345893"/>
            <a:ext cx="1706880" cy="1706880"/>
          </a:xfrm>
          <a:prstGeom prst="ellipse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10800000">
            <a:off x="7436034" y="9037033"/>
            <a:ext cx="11178540" cy="5365025"/>
          </a:xfrm>
          <a:prstGeom prst="round2SameRect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8944682" y="10043916"/>
            <a:ext cx="8886118" cy="378078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modelo de inteligencia artificial basado en la atención para identificar trastornos mentales, identificación de emociones y lenguaje de odio del discurso hablado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76A2071-1591-8EA5-2233-DA0AE0C61C20}"/>
              </a:ext>
            </a:extLst>
          </p:cNvPr>
          <p:cNvSpPr/>
          <p:nvPr/>
        </p:nvSpPr>
        <p:spPr>
          <a:xfrm>
            <a:off x="17760671" y="13345893"/>
            <a:ext cx="1706880" cy="1706880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7664634" y="4628955"/>
            <a:ext cx="29199840" cy="4701995"/>
          </a:xfrm>
          <a:prstGeom prst="round2SameRect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019116" y="5341921"/>
            <a:ext cx="4914471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División del conjunto de datos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4137152" y="5341921"/>
            <a:ext cx="4786104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audio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8507841" y="5341921"/>
            <a:ext cx="4786104" cy="29977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audio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561" y="5538745"/>
            <a:ext cx="1102664" cy="60736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19766463" y="5355865"/>
            <a:ext cx="4786122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25395774" y="5359200"/>
            <a:ext cx="4780153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conjunto de datos categorizado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E40BD90-501D-5CE9-B720-AD6A4BEA50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293945" y="6840816"/>
            <a:ext cx="8432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4E51924-9E7E-ACB0-F0A3-E8B9CFCDCCD4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18923256" y="6840816"/>
            <a:ext cx="843207" cy="139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0A18DF3-2122-72CC-893D-D0C6F05B9C00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24552585" y="6854760"/>
            <a:ext cx="843189" cy="333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13505FB-2A1A-9580-CA8D-330F88DFEA10}"/>
              </a:ext>
            </a:extLst>
          </p:cNvPr>
          <p:cNvCxnSpPr>
            <a:stCxn id="13" idx="3"/>
            <a:endCxn id="68" idx="1"/>
          </p:cNvCxnSpPr>
          <p:nvPr/>
        </p:nvCxnSpPr>
        <p:spPr>
          <a:xfrm flipV="1">
            <a:off x="30175927" y="6840816"/>
            <a:ext cx="843189" cy="172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0E7B7C2-7D37-FF6F-8FCB-09CA9655454E}"/>
              </a:ext>
            </a:extLst>
          </p:cNvPr>
          <p:cNvSpPr/>
          <p:nvPr/>
        </p:nvSpPr>
        <p:spPr>
          <a:xfrm>
            <a:off x="36011033" y="3757692"/>
            <a:ext cx="1706880" cy="1706880"/>
          </a:xfrm>
          <a:prstGeom prst="ellipse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FB42BFF9-946A-43A8-990D-E9654A93DC03}"/>
              </a:ext>
            </a:extLst>
          </p:cNvPr>
          <p:cNvSpPr/>
          <p:nvPr/>
        </p:nvSpPr>
        <p:spPr>
          <a:xfrm rot="16200000">
            <a:off x="577120" y="6830113"/>
            <a:ext cx="9803477" cy="5365023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s-MX" sz="60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BF9857-0D40-476B-964C-D7515AF4205B}"/>
              </a:ext>
            </a:extLst>
          </p:cNvPr>
          <p:cNvSpPr/>
          <p:nvPr/>
        </p:nvSpPr>
        <p:spPr>
          <a:xfrm>
            <a:off x="3428351" y="7826823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Publicación de redes sociales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A7223F-3871-4C1D-9A2D-50C66D00C29F}"/>
              </a:ext>
            </a:extLst>
          </p:cNvPr>
          <p:cNvSpPr/>
          <p:nvPr/>
        </p:nvSpPr>
        <p:spPr>
          <a:xfrm>
            <a:off x="3400579" y="10817319"/>
            <a:ext cx="4269890" cy="33038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del contenido de audio del discurso hablado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12A440-9AB8-468A-BD38-34D5EF054764}"/>
              </a:ext>
            </a:extLst>
          </p:cNvPr>
          <p:cNvCxnSpPr>
            <a:cxnSpLocks/>
            <a:stCxn id="43" idx="3"/>
            <a:endCxn id="7" idx="1"/>
          </p:cNvCxnSpPr>
          <p:nvPr/>
        </p:nvCxnSpPr>
        <p:spPr>
          <a:xfrm flipV="1">
            <a:off x="7670469" y="6840816"/>
            <a:ext cx="837372" cy="5628420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AC6E2C9-260B-E8E3-E71B-266B65E45291}"/>
              </a:ext>
            </a:extLst>
          </p:cNvPr>
          <p:cNvSpPr/>
          <p:nvPr/>
        </p:nvSpPr>
        <p:spPr>
          <a:xfrm>
            <a:off x="1707842" y="3757692"/>
            <a:ext cx="1706880" cy="17068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60005ED-E199-4141-A488-130F47EE477C}"/>
              </a:ext>
            </a:extLst>
          </p:cNvPr>
          <p:cNvSpPr/>
          <p:nvPr/>
        </p:nvSpPr>
        <p:spPr>
          <a:xfrm>
            <a:off x="3461957" y="4836327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del material</a:t>
            </a:r>
          </a:p>
        </p:txBody>
      </p:sp>
      <p:cxnSp>
        <p:nvCxnSpPr>
          <p:cNvPr id="54" name="Conector recto de flecha 38">
            <a:extLst>
              <a:ext uri="{FF2B5EF4-FFF2-40B4-BE49-F238E27FC236}">
                <a16:creationId xmlns:a16="http://schemas.microsoft.com/office/drawing/2014/main" id="{5E4EC7BC-B455-4D15-B7CC-8029DE2B00C0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5596902" y="7359454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8">
            <a:extLst>
              <a:ext uri="{FF2B5EF4-FFF2-40B4-BE49-F238E27FC236}">
                <a16:creationId xmlns:a16="http://schemas.microsoft.com/office/drawing/2014/main" id="{E20A8AA0-E3DE-43DC-A5F6-324A3448E21B}"/>
              </a:ext>
            </a:extLst>
          </p:cNvPr>
          <p:cNvCxnSpPr>
            <a:cxnSpLocks/>
          </p:cNvCxnSpPr>
          <p:nvPr/>
        </p:nvCxnSpPr>
        <p:spPr>
          <a:xfrm>
            <a:off x="5596902" y="10349950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120">
            <a:extLst>
              <a:ext uri="{FF2B5EF4-FFF2-40B4-BE49-F238E27FC236}">
                <a16:creationId xmlns:a16="http://schemas.microsoft.com/office/drawing/2014/main" id="{DE0E9B07-BA7E-4E1F-96C9-5C2BFD3D0EAB}"/>
              </a:ext>
            </a:extLst>
          </p:cNvPr>
          <p:cNvSpPr/>
          <p:nvPr/>
        </p:nvSpPr>
        <p:spPr>
          <a:xfrm>
            <a:off x="28953998" y="9991745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 del rendimiento de la propuesta y el estado del arte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C6CDC4E-8EA1-4791-81A6-E776D3188AFE}"/>
              </a:ext>
            </a:extLst>
          </p:cNvPr>
          <p:cNvCxnSpPr>
            <a:stCxn id="68" idx="2"/>
            <a:endCxn id="214" idx="0"/>
          </p:cNvCxnSpPr>
          <p:nvPr/>
        </p:nvCxnSpPr>
        <p:spPr>
          <a:xfrm rot="5400000">
            <a:off x="22579945" y="-852492"/>
            <a:ext cx="1704205" cy="20088611"/>
          </a:xfrm>
          <a:prstGeom prst="bentConnector3">
            <a:avLst>
              <a:gd name="adj1" fmla="val 321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38">
            <a:extLst>
              <a:ext uri="{FF2B5EF4-FFF2-40B4-BE49-F238E27FC236}">
                <a16:creationId xmlns:a16="http://schemas.microsoft.com/office/drawing/2014/main" id="{5F3D0DA5-DA7E-4F58-B28A-8B449AE1EC0C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17830800" y="11934310"/>
            <a:ext cx="2665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38">
            <a:extLst>
              <a:ext uri="{FF2B5EF4-FFF2-40B4-BE49-F238E27FC236}">
                <a16:creationId xmlns:a16="http://schemas.microsoft.com/office/drawing/2014/main" id="{498A4D10-E5C8-48D7-BDEC-401E45EA8265}"/>
              </a:ext>
            </a:extLst>
          </p:cNvPr>
          <p:cNvCxnSpPr>
            <a:cxnSpLocks/>
            <a:stCxn id="65" idx="3"/>
            <a:endCxn id="63" idx="1"/>
          </p:cNvCxnSpPr>
          <p:nvPr/>
        </p:nvCxnSpPr>
        <p:spPr>
          <a:xfrm>
            <a:off x="27072371" y="11879721"/>
            <a:ext cx="1881627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0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3E4E2F0E-563B-4AD1-9FB0-EE1D041FEAD2}"/>
              </a:ext>
            </a:extLst>
          </p:cNvPr>
          <p:cNvSpPr/>
          <p:nvPr/>
        </p:nvSpPr>
        <p:spPr>
          <a:xfrm>
            <a:off x="18641059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A18CC-FE8B-4524-96A6-7C04CE2F337B}"/>
              </a:ext>
            </a:extLst>
          </p:cNvPr>
          <p:cNvSpPr/>
          <p:nvPr/>
        </p:nvSpPr>
        <p:spPr>
          <a:xfrm>
            <a:off x="1920240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1A8CB2-E714-47DC-A029-DFFB6D55CBB0}"/>
              </a:ext>
            </a:extLst>
          </p:cNvPr>
          <p:cNvSpPr/>
          <p:nvPr/>
        </p:nvSpPr>
        <p:spPr>
          <a:xfrm>
            <a:off x="11277592" y="20699821"/>
            <a:ext cx="5996272" cy="1893570"/>
          </a:xfrm>
          <a:prstGeom prst="roundRect">
            <a:avLst/>
          </a:prstGeom>
          <a:solidFill>
            <a:srgbClr val="EBC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Submuestreo con convoluciones 2D separables en profundidad</a:t>
            </a:r>
          </a:p>
        </p:txBody>
      </p:sp>
      <p:pic>
        <p:nvPicPr>
          <p:cNvPr id="2052" name="Picture 4" descr="Spectrograms and Oscillograms: This is an oscillogram and spectrogram... |  Download Scientific Diagram">
            <a:extLst>
              <a:ext uri="{FF2B5EF4-FFF2-40B4-BE49-F238E27FC236}">
                <a16:creationId xmlns:a16="http://schemas.microsoft.com/office/drawing/2014/main" id="{6A9935B8-AD1C-4638-9AC6-27CA614A4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9962" y="23390379"/>
            <a:ext cx="6051531" cy="36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D4B5195-94E0-4E77-9033-BEAB3B8F102B}"/>
              </a:ext>
            </a:extLst>
          </p:cNvPr>
          <p:cNvSpPr/>
          <p:nvPr/>
        </p:nvSpPr>
        <p:spPr>
          <a:xfrm>
            <a:off x="11884011" y="26847109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816D665-ECDF-4889-99C8-2EA5934A5753}"/>
              </a:ext>
            </a:extLst>
          </p:cNvPr>
          <p:cNvSpPr/>
          <p:nvPr/>
        </p:nvSpPr>
        <p:spPr>
          <a:xfrm>
            <a:off x="2599616" y="2613446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Codificador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5A12BCE-8E6C-4666-B3B2-4314F21F2AEB}"/>
              </a:ext>
            </a:extLst>
          </p:cNvPr>
          <p:cNvSpPr/>
          <p:nvPr/>
        </p:nvSpPr>
        <p:spPr>
          <a:xfrm>
            <a:off x="11277591" y="6536351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A07501-A604-4400-BFB8-23841946EAFD}"/>
              </a:ext>
            </a:extLst>
          </p:cNvPr>
          <p:cNvSpPr/>
          <p:nvPr/>
        </p:nvSpPr>
        <p:spPr>
          <a:xfrm>
            <a:off x="11277591" y="4525635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4779FD2-448D-48D1-99C7-3DFF312247FE}"/>
              </a:ext>
            </a:extLst>
          </p:cNvPr>
          <p:cNvSpPr/>
          <p:nvPr/>
        </p:nvSpPr>
        <p:spPr>
          <a:xfrm>
            <a:off x="11277591" y="2737703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8EC304-7194-4BE9-AAEE-1F033F7E556B}"/>
              </a:ext>
            </a:extLst>
          </p:cNvPr>
          <p:cNvGrpSpPr/>
          <p:nvPr/>
        </p:nvGrpSpPr>
        <p:grpSpPr>
          <a:xfrm>
            <a:off x="7520517" y="14497826"/>
            <a:ext cx="923296" cy="923296"/>
            <a:chOff x="4362474" y="11277600"/>
            <a:chExt cx="1314426" cy="13144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42BF0E-40C9-45AC-96E0-649EF13D9A9F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4288982-7E84-40E1-8FD8-A8174A756C1E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5B2A70-CAD9-4AD1-ACF4-F53FFC3A18AE}"/>
              </a:ext>
            </a:extLst>
          </p:cNvPr>
          <p:cNvSpPr/>
          <p:nvPr/>
        </p:nvSpPr>
        <p:spPr>
          <a:xfrm>
            <a:off x="10861653" y="8494911"/>
            <a:ext cx="6883409" cy="11393480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ED5AD43-0DA1-49CE-B92C-1136EB393427}"/>
              </a:ext>
            </a:extLst>
          </p:cNvPr>
          <p:cNvSpPr/>
          <p:nvPr/>
        </p:nvSpPr>
        <p:spPr>
          <a:xfrm>
            <a:off x="11239189" y="15875150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1CF092-3FF9-42AA-AC30-4CA437D15807}"/>
              </a:ext>
            </a:extLst>
          </p:cNvPr>
          <p:cNvSpPr/>
          <p:nvPr/>
        </p:nvSpPr>
        <p:spPr>
          <a:xfrm>
            <a:off x="11239189" y="176774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44D76D7-7614-48BE-9D60-A860A14DD119}"/>
              </a:ext>
            </a:extLst>
          </p:cNvPr>
          <p:cNvSpPr/>
          <p:nvPr/>
        </p:nvSpPr>
        <p:spPr>
          <a:xfrm>
            <a:off x="11239189" y="12710260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1B5D0DA-47A7-4E6F-AF4E-B260463FFBBE}"/>
              </a:ext>
            </a:extLst>
          </p:cNvPr>
          <p:cNvSpPr/>
          <p:nvPr/>
        </p:nvSpPr>
        <p:spPr>
          <a:xfrm>
            <a:off x="11222332" y="10913355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19FE01-391C-498C-9823-AA264B8C3C68}"/>
              </a:ext>
            </a:extLst>
          </p:cNvPr>
          <p:cNvGrpSpPr/>
          <p:nvPr/>
        </p:nvGrpSpPr>
        <p:grpSpPr>
          <a:xfrm>
            <a:off x="13807884" y="14493276"/>
            <a:ext cx="923295" cy="923295"/>
            <a:chOff x="7468469" y="10371058"/>
            <a:chExt cx="1314426" cy="131442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7D6857-4295-4E51-BF33-4BBEC9B03163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5CDCDB9-4307-4E55-838F-3A04F632DFE0}"/>
                </a:ext>
              </a:extLst>
            </p:cNvPr>
            <p:cNvCxnSpPr>
              <a:stCxn id="58" idx="2"/>
              <a:endCxn id="58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C3D7AE-D3A6-4C58-98AD-84B29EC19F6A}"/>
                </a:ext>
              </a:extLst>
            </p:cNvPr>
            <p:cNvCxnSpPr>
              <a:stCxn id="58" idx="0"/>
              <a:endCxn id="58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311E63-7BB8-4B37-9981-CF47F403BCBC}"/>
              </a:ext>
            </a:extLst>
          </p:cNvPr>
          <p:cNvGrpSpPr/>
          <p:nvPr/>
        </p:nvGrpSpPr>
        <p:grpSpPr>
          <a:xfrm>
            <a:off x="13803306" y="9401415"/>
            <a:ext cx="923295" cy="923295"/>
            <a:chOff x="7468469" y="10371058"/>
            <a:chExt cx="1314426" cy="131442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D654C5-11A2-48FF-86E8-970750FC8E49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90031A-FC6C-40CB-8ABD-3C31ADF71E16}"/>
                </a:ext>
              </a:extLst>
            </p:cNvPr>
            <p:cNvCxnSpPr>
              <a:stCxn id="27" idx="2"/>
              <a:endCxn id="27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AAE1AD-0A29-4353-8CED-9A1AB652BC49}"/>
                </a:ext>
              </a:extLst>
            </p:cNvPr>
            <p:cNvCxnSpPr>
              <a:stCxn id="27" idx="0"/>
              <a:endCxn id="27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6DE6E08-A098-4FD2-8D2D-90A91EC85F95}"/>
              </a:ext>
            </a:extLst>
          </p:cNvPr>
          <p:cNvSpPr/>
          <p:nvPr/>
        </p:nvSpPr>
        <p:spPr>
          <a:xfrm>
            <a:off x="9636370" y="2377440"/>
            <a:ext cx="8108692" cy="3829594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46BB8C-7A4E-48B6-9A4B-5DDA7C54F92F}"/>
              </a:ext>
            </a:extLst>
          </p:cNvPr>
          <p:cNvSpPr/>
          <p:nvPr/>
        </p:nvSpPr>
        <p:spPr>
          <a:xfrm>
            <a:off x="9057612" y="2299669"/>
            <a:ext cx="276606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CTC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95E970E-D42F-4DD0-BC28-81B49CACE225}"/>
              </a:ext>
            </a:extLst>
          </p:cNvPr>
          <p:cNvCxnSpPr>
            <a:stCxn id="12" idx="4"/>
          </p:cNvCxnSpPr>
          <p:nvPr/>
        </p:nvCxnSpPr>
        <p:spPr>
          <a:xfrm rot="16200000" flipH="1">
            <a:off x="9103134" y="14300153"/>
            <a:ext cx="1053489" cy="329542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E7B676-D96F-4BAF-BB9B-A720E8768C84}"/>
              </a:ext>
            </a:extLst>
          </p:cNvPr>
          <p:cNvSpPr/>
          <p:nvPr/>
        </p:nvSpPr>
        <p:spPr>
          <a:xfrm>
            <a:off x="6093890" y="12997525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3EA9EB-7542-4D52-A04C-DCE646D63464}"/>
              </a:ext>
            </a:extLst>
          </p:cNvPr>
          <p:cNvCxnSpPr>
            <a:cxnSpLocks/>
            <a:stCxn id="2052" idx="0"/>
            <a:endCxn id="11" idx="2"/>
          </p:cNvCxnSpPr>
          <p:nvPr/>
        </p:nvCxnSpPr>
        <p:spPr>
          <a:xfrm flipV="1">
            <a:off x="14275728" y="22593391"/>
            <a:ext cx="0" cy="796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706DDC-D187-46A2-99F3-252F8974397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4248098" y="18863409"/>
            <a:ext cx="27630" cy="18364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39D3D6-B430-46C6-83D8-9C6E4C7CE66C}"/>
              </a:ext>
            </a:extLst>
          </p:cNvPr>
          <p:cNvCxnSpPr/>
          <p:nvPr/>
        </p:nvCxnSpPr>
        <p:spPr>
          <a:xfrm>
            <a:off x="11454092" y="17393920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3A8558-522C-43F0-8366-531E2F1629AB}"/>
              </a:ext>
            </a:extLst>
          </p:cNvPr>
          <p:cNvCxnSpPr>
            <a:cxnSpLocks/>
          </p:cNvCxnSpPr>
          <p:nvPr/>
        </p:nvCxnSpPr>
        <p:spPr>
          <a:xfrm flipV="1">
            <a:off x="14250252" y="17411169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67B0FE-DD9E-40B4-BFE5-44C9FB537157}"/>
              </a:ext>
            </a:extLst>
          </p:cNvPr>
          <p:cNvCxnSpPr>
            <a:cxnSpLocks/>
          </p:cNvCxnSpPr>
          <p:nvPr/>
        </p:nvCxnSpPr>
        <p:spPr>
          <a:xfrm flipV="1">
            <a:off x="1149473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C57E57-FAE0-4D61-BB8F-F4D971AEF381}"/>
              </a:ext>
            </a:extLst>
          </p:cNvPr>
          <p:cNvCxnSpPr>
            <a:cxnSpLocks/>
          </p:cNvCxnSpPr>
          <p:nvPr/>
        </p:nvCxnSpPr>
        <p:spPr>
          <a:xfrm flipV="1">
            <a:off x="14261913" y="16920893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ACCFDED-EB83-4600-9119-5C861F0B0E8D}"/>
              </a:ext>
            </a:extLst>
          </p:cNvPr>
          <p:cNvCxnSpPr>
            <a:cxnSpLocks/>
          </p:cNvCxnSpPr>
          <p:nvPr/>
        </p:nvCxnSpPr>
        <p:spPr>
          <a:xfrm flipV="1">
            <a:off x="1701161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1A57EC3-03B0-4446-BA32-8B9CE6E26F71}"/>
              </a:ext>
            </a:extLst>
          </p:cNvPr>
          <p:cNvCxnSpPr>
            <a:cxnSpLocks/>
            <a:stCxn id="44" idx="0"/>
            <a:endCxn id="58" idx="4"/>
          </p:cNvCxnSpPr>
          <p:nvPr/>
        </p:nvCxnSpPr>
        <p:spPr>
          <a:xfrm flipV="1">
            <a:off x="14264955" y="15416571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551E4A6-6FEB-4DC7-ACE1-6FEFE5FB14B0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4264954" y="13909181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Connector: Elbow 2057">
            <a:extLst>
              <a:ext uri="{FF2B5EF4-FFF2-40B4-BE49-F238E27FC236}">
                <a16:creationId xmlns:a16="http://schemas.microsoft.com/office/drawing/2014/main" id="{9FBAE751-0D8E-4B0B-B4AF-5F22E1A627DA}"/>
              </a:ext>
            </a:extLst>
          </p:cNvPr>
          <p:cNvCxnSpPr>
            <a:stCxn id="25" idx="2"/>
            <a:endCxn id="58" idx="6"/>
          </p:cNvCxnSpPr>
          <p:nvPr/>
        </p:nvCxnSpPr>
        <p:spPr>
          <a:xfrm rot="5400000" flipH="1" flipV="1">
            <a:off x="12050534" y="17207747"/>
            <a:ext cx="4933467" cy="427821"/>
          </a:xfrm>
          <a:prstGeom prst="bentConnector4">
            <a:avLst>
              <a:gd name="adj1" fmla="val -4634"/>
              <a:gd name="adj2" fmla="val 85790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E3CB17-7BD6-4280-9091-16EF835D8F60}"/>
              </a:ext>
            </a:extLst>
          </p:cNvPr>
          <p:cNvCxnSpPr>
            <a:cxnSpLocks/>
          </p:cNvCxnSpPr>
          <p:nvPr/>
        </p:nvCxnSpPr>
        <p:spPr>
          <a:xfrm flipV="1">
            <a:off x="14303355" y="12133062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277D39-5F27-4F6D-91AD-698954775378}"/>
              </a:ext>
            </a:extLst>
          </p:cNvPr>
          <p:cNvCxnSpPr>
            <a:cxnSpLocks/>
          </p:cNvCxnSpPr>
          <p:nvPr/>
        </p:nvCxnSpPr>
        <p:spPr>
          <a:xfrm flipV="1">
            <a:off x="14261912" y="10322926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4BE0554-9C34-4879-ABA8-ADE94C1B2F74}"/>
              </a:ext>
            </a:extLst>
          </p:cNvPr>
          <p:cNvCxnSpPr>
            <a:cxnSpLocks/>
          </p:cNvCxnSpPr>
          <p:nvPr/>
        </p:nvCxnSpPr>
        <p:spPr>
          <a:xfrm flipV="1">
            <a:off x="14269531" y="7569101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E20E4D-F461-4824-8C2A-4F93830767CD}"/>
              </a:ext>
            </a:extLst>
          </p:cNvPr>
          <p:cNvCxnSpPr>
            <a:cxnSpLocks/>
            <a:stCxn id="51" idx="0"/>
            <a:endCxn id="52" idx="2"/>
          </p:cNvCxnSpPr>
          <p:nvPr/>
        </p:nvCxnSpPr>
        <p:spPr>
          <a:xfrm flipV="1">
            <a:off x="14303357" y="5724921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A0001CE-0D92-4B0D-A6DF-17DEFF306DD2}"/>
              </a:ext>
            </a:extLst>
          </p:cNvPr>
          <p:cNvCxnSpPr>
            <a:cxnSpLocks/>
            <a:stCxn id="52" idx="0"/>
            <a:endCxn id="55" idx="2"/>
          </p:cNvCxnSpPr>
          <p:nvPr/>
        </p:nvCxnSpPr>
        <p:spPr>
          <a:xfrm flipV="1">
            <a:off x="14303357" y="3936990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27F536A-B010-46EA-922A-4E1C1F4059ED}"/>
              </a:ext>
            </a:extLst>
          </p:cNvPr>
          <p:cNvSpPr/>
          <p:nvPr/>
        </p:nvSpPr>
        <p:spPr>
          <a:xfrm>
            <a:off x="2881727" y="20447320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D3D0600-2188-42AD-9DDA-FC75DEBC0BC2}"/>
              </a:ext>
            </a:extLst>
          </p:cNvPr>
          <p:cNvSpPr/>
          <p:nvPr/>
        </p:nvSpPr>
        <p:spPr>
          <a:xfrm>
            <a:off x="2881726" y="187941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F0791EB5-6075-49D9-AEE5-595572D0A120}"/>
              </a:ext>
            </a:extLst>
          </p:cNvPr>
          <p:cNvSpPr/>
          <p:nvPr/>
        </p:nvSpPr>
        <p:spPr>
          <a:xfrm>
            <a:off x="4656716" y="22136586"/>
            <a:ext cx="2501549" cy="1199286"/>
          </a:xfrm>
          <a:prstGeom prst="ellipse">
            <a:avLst/>
          </a:prstGeom>
          <a:solidFill>
            <a:srgbClr val="96A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65879F6-6F3E-435A-B732-A2BC5908E085}"/>
              </a:ext>
            </a:extLst>
          </p:cNvPr>
          <p:cNvSpPr/>
          <p:nvPr/>
        </p:nvSpPr>
        <p:spPr>
          <a:xfrm>
            <a:off x="2881726" y="2377147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EC1B67-AAD7-4B81-9D89-5D23DF3DD910}"/>
              </a:ext>
            </a:extLst>
          </p:cNvPr>
          <p:cNvSpPr/>
          <p:nvPr/>
        </p:nvSpPr>
        <p:spPr>
          <a:xfrm>
            <a:off x="2544570" y="18555164"/>
            <a:ext cx="6883409" cy="7133533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E0CE787C-1F6B-4B83-BF9B-F64AA52B884E}"/>
              </a:ext>
            </a:extLst>
          </p:cNvPr>
          <p:cNvCxnSpPr/>
          <p:nvPr/>
        </p:nvCxnSpPr>
        <p:spPr>
          <a:xfrm flipH="1" flipV="1">
            <a:off x="9427979" y="18555164"/>
            <a:ext cx="2026113" cy="2144657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1583331-1A3B-41B7-9447-42C071E497E6}"/>
              </a:ext>
            </a:extLst>
          </p:cNvPr>
          <p:cNvCxnSpPr>
            <a:cxnSpLocks/>
          </p:cNvCxnSpPr>
          <p:nvPr/>
        </p:nvCxnSpPr>
        <p:spPr>
          <a:xfrm flipH="1">
            <a:off x="9427979" y="22593391"/>
            <a:ext cx="2026113" cy="3095306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24D7BA-A3F7-4F40-B1BF-2049DD1AF896}"/>
              </a:ext>
            </a:extLst>
          </p:cNvPr>
          <p:cNvCxnSpPr>
            <a:cxnSpLocks/>
          </p:cNvCxnSpPr>
          <p:nvPr/>
        </p:nvCxnSpPr>
        <p:spPr>
          <a:xfrm flipV="1">
            <a:off x="5850548" y="25077835"/>
            <a:ext cx="0" cy="12217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AEC2DE9-67E9-434D-AF42-BE235F395E7F}"/>
              </a:ext>
            </a:extLst>
          </p:cNvPr>
          <p:cNvCxnSpPr>
            <a:cxnSpLocks/>
            <a:stCxn id="91" idx="0"/>
            <a:endCxn id="2066" idx="4"/>
          </p:cNvCxnSpPr>
          <p:nvPr/>
        </p:nvCxnSpPr>
        <p:spPr>
          <a:xfrm flipH="1" flipV="1">
            <a:off x="5907491" y="23335872"/>
            <a:ext cx="1" cy="43559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1E3C421-1BD0-4E95-A324-902BFAAFFF46}"/>
              </a:ext>
            </a:extLst>
          </p:cNvPr>
          <p:cNvCxnSpPr>
            <a:cxnSpLocks/>
            <a:stCxn id="2066" idx="0"/>
            <a:endCxn id="88" idx="2"/>
          </p:cNvCxnSpPr>
          <p:nvPr/>
        </p:nvCxnSpPr>
        <p:spPr>
          <a:xfrm flipV="1">
            <a:off x="5907491" y="21646606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E4116AF-B2FD-4C59-984A-037D66CA994B}"/>
              </a:ext>
            </a:extLst>
          </p:cNvPr>
          <p:cNvCxnSpPr>
            <a:cxnSpLocks/>
          </p:cNvCxnSpPr>
          <p:nvPr/>
        </p:nvCxnSpPr>
        <p:spPr>
          <a:xfrm flipV="1">
            <a:off x="5907490" y="20002598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4DD06F3-0FDB-44CC-B0D0-80C6C1305D63}"/>
              </a:ext>
            </a:extLst>
          </p:cNvPr>
          <p:cNvCxnSpPr>
            <a:cxnSpLocks/>
          </p:cNvCxnSpPr>
          <p:nvPr/>
        </p:nvCxnSpPr>
        <p:spPr>
          <a:xfrm flipV="1">
            <a:off x="5907488" y="17868610"/>
            <a:ext cx="0" cy="9218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439F5A1E-80E0-4862-8DE8-10E9749CF723}"/>
              </a:ext>
            </a:extLst>
          </p:cNvPr>
          <p:cNvSpPr/>
          <p:nvPr/>
        </p:nvSpPr>
        <p:spPr>
          <a:xfrm>
            <a:off x="23173616" y="0"/>
            <a:ext cx="6201484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 de probabilidades</a:t>
            </a:r>
          </a:p>
        </p:txBody>
      </p:sp>
      <p:cxnSp>
        <p:nvCxnSpPr>
          <p:cNvPr id="2078" name="Connector: Elbow 2077">
            <a:extLst>
              <a:ext uri="{FF2B5EF4-FFF2-40B4-BE49-F238E27FC236}">
                <a16:creationId xmlns:a16="http://schemas.microsoft.com/office/drawing/2014/main" id="{91CA19FD-0B24-4CB8-BE17-DD796A930664}"/>
              </a:ext>
            </a:extLst>
          </p:cNvPr>
          <p:cNvCxnSpPr>
            <a:cxnSpLocks/>
            <a:stCxn id="55" idx="0"/>
            <a:endCxn id="110" idx="1"/>
          </p:cNvCxnSpPr>
          <p:nvPr/>
        </p:nvCxnSpPr>
        <p:spPr>
          <a:xfrm rot="5400000" flipH="1" flipV="1">
            <a:off x="17731585" y="-2704327"/>
            <a:ext cx="2013803" cy="8870259"/>
          </a:xfrm>
          <a:prstGeom prst="bentConnector2">
            <a:avLst/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52DD097-635A-47F1-987A-0C769B6FB7B8}"/>
              </a:ext>
            </a:extLst>
          </p:cNvPr>
          <p:cNvSpPr/>
          <p:nvPr/>
        </p:nvSpPr>
        <p:spPr>
          <a:xfrm>
            <a:off x="23254119" y="6098317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D11F6C1-C3FC-41F3-B0D1-7B25BABFC627}"/>
              </a:ext>
            </a:extLst>
          </p:cNvPr>
          <p:cNvSpPr/>
          <p:nvPr/>
        </p:nvSpPr>
        <p:spPr>
          <a:xfrm>
            <a:off x="23254119" y="4087601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0825857-7CF2-4D69-98B9-5E063BD4D57F}"/>
              </a:ext>
            </a:extLst>
          </p:cNvPr>
          <p:cNvSpPr/>
          <p:nvPr/>
        </p:nvSpPr>
        <p:spPr>
          <a:xfrm>
            <a:off x="23254119" y="2299669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2CD8A0B-B0A0-4988-A783-04A235EBDEAB}"/>
              </a:ext>
            </a:extLst>
          </p:cNvPr>
          <p:cNvCxnSpPr>
            <a:cxnSpLocks/>
            <a:stCxn id="113" idx="0"/>
            <a:endCxn id="114" idx="2"/>
          </p:cNvCxnSpPr>
          <p:nvPr/>
        </p:nvCxnSpPr>
        <p:spPr>
          <a:xfrm flipV="1">
            <a:off x="26279885" y="5286887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724C7AE-BDD9-4199-835E-AC09E68A88E4}"/>
              </a:ext>
            </a:extLst>
          </p:cNvPr>
          <p:cNvCxnSpPr>
            <a:cxnSpLocks/>
            <a:stCxn id="114" idx="0"/>
            <a:endCxn id="115" idx="2"/>
          </p:cNvCxnSpPr>
          <p:nvPr/>
        </p:nvCxnSpPr>
        <p:spPr>
          <a:xfrm flipV="1">
            <a:off x="26279885" y="3498956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7842DDC-4596-44ED-BEAE-F27FC99DB0D9}"/>
              </a:ext>
            </a:extLst>
          </p:cNvPr>
          <p:cNvCxnSpPr>
            <a:cxnSpLocks/>
          </p:cNvCxnSpPr>
          <p:nvPr/>
        </p:nvCxnSpPr>
        <p:spPr>
          <a:xfrm flipH="1" flipV="1">
            <a:off x="26279884" y="1424713"/>
            <a:ext cx="5527" cy="8518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1A8B1E7-B1CC-4BF7-8AB4-F7185303D353}"/>
              </a:ext>
            </a:extLst>
          </p:cNvPr>
          <p:cNvSpPr/>
          <p:nvPr/>
        </p:nvSpPr>
        <p:spPr>
          <a:xfrm>
            <a:off x="22832653" y="8796536"/>
            <a:ext cx="6883409" cy="14539336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5F6C242-D071-4F80-904A-2035C830F0ED}"/>
              </a:ext>
            </a:extLst>
          </p:cNvPr>
          <p:cNvSpPr/>
          <p:nvPr/>
        </p:nvSpPr>
        <p:spPr>
          <a:xfrm>
            <a:off x="23283459" y="1576007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BF6112D0-CFB1-4252-A501-528ECD085C75}"/>
              </a:ext>
            </a:extLst>
          </p:cNvPr>
          <p:cNvSpPr/>
          <p:nvPr/>
        </p:nvSpPr>
        <p:spPr>
          <a:xfrm>
            <a:off x="23283459" y="1756241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F92806B-BC93-4183-8E95-E10B9D5CB3B0}"/>
              </a:ext>
            </a:extLst>
          </p:cNvPr>
          <p:cNvSpPr/>
          <p:nvPr/>
        </p:nvSpPr>
        <p:spPr>
          <a:xfrm>
            <a:off x="23283459" y="12595183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FEF4652-20EC-4C06-A4A2-A55E68677112}"/>
              </a:ext>
            </a:extLst>
          </p:cNvPr>
          <p:cNvSpPr/>
          <p:nvPr/>
        </p:nvSpPr>
        <p:spPr>
          <a:xfrm>
            <a:off x="23266602" y="10798278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59ACFE9-5D16-44C8-9E6E-7220195D66FD}"/>
              </a:ext>
            </a:extLst>
          </p:cNvPr>
          <p:cNvGrpSpPr/>
          <p:nvPr/>
        </p:nvGrpSpPr>
        <p:grpSpPr>
          <a:xfrm>
            <a:off x="25852154" y="14378199"/>
            <a:ext cx="923295" cy="923295"/>
            <a:chOff x="7468469" y="10371058"/>
            <a:chExt cx="1314426" cy="1314426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C0EF3571-E83E-498A-902E-DEC1BACF561E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0524EF7-A7E4-4E88-B478-4506B4941BEC}"/>
                </a:ext>
              </a:extLst>
            </p:cNvPr>
            <p:cNvCxnSpPr>
              <a:stCxn id="130" idx="2"/>
              <a:endCxn id="130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CF766BA-1B21-4F5D-BD04-03EAB9C201DA}"/>
                </a:ext>
              </a:extLst>
            </p:cNvPr>
            <p:cNvCxnSpPr>
              <a:stCxn id="130" idx="0"/>
              <a:endCxn id="130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38EECAA-BA77-4DB0-AE8A-6C4D281C0D2E}"/>
              </a:ext>
            </a:extLst>
          </p:cNvPr>
          <p:cNvGrpSpPr/>
          <p:nvPr/>
        </p:nvGrpSpPr>
        <p:grpSpPr>
          <a:xfrm>
            <a:off x="25847576" y="9286338"/>
            <a:ext cx="923295" cy="923295"/>
            <a:chOff x="7468469" y="10371058"/>
            <a:chExt cx="1314426" cy="131442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4ED6905-EEA4-428C-82CE-684D52CB1F3C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5003257-8885-4935-8593-B579F2B902E0}"/>
                </a:ext>
              </a:extLst>
            </p:cNvPr>
            <p:cNvCxnSpPr>
              <a:stCxn id="134" idx="2"/>
              <a:endCxn id="13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2827C57-0186-49C8-AF54-D995910D3CB3}"/>
                </a:ext>
              </a:extLst>
            </p:cNvPr>
            <p:cNvCxnSpPr>
              <a:stCxn id="134" idx="0"/>
              <a:endCxn id="13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CD9563-36B6-4E62-B9E6-7764F08712C0}"/>
              </a:ext>
            </a:extLst>
          </p:cNvPr>
          <p:cNvCxnSpPr/>
          <p:nvPr/>
        </p:nvCxnSpPr>
        <p:spPr>
          <a:xfrm>
            <a:off x="23498362" y="1727884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00F0F92-2D5F-4935-ADE9-4C9721320CB3}"/>
              </a:ext>
            </a:extLst>
          </p:cNvPr>
          <p:cNvCxnSpPr>
            <a:cxnSpLocks/>
          </p:cNvCxnSpPr>
          <p:nvPr/>
        </p:nvCxnSpPr>
        <p:spPr>
          <a:xfrm flipV="1">
            <a:off x="26294522" y="1729609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C17DCFA-7C79-419A-9D11-3564C8A7DDB4}"/>
              </a:ext>
            </a:extLst>
          </p:cNvPr>
          <p:cNvCxnSpPr>
            <a:cxnSpLocks/>
          </p:cNvCxnSpPr>
          <p:nvPr/>
        </p:nvCxnSpPr>
        <p:spPr>
          <a:xfrm flipV="1">
            <a:off x="2353900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FCF9FB1-832A-437B-BFE0-9D851CA3E5DF}"/>
              </a:ext>
            </a:extLst>
          </p:cNvPr>
          <p:cNvCxnSpPr>
            <a:cxnSpLocks/>
          </p:cNvCxnSpPr>
          <p:nvPr/>
        </p:nvCxnSpPr>
        <p:spPr>
          <a:xfrm flipV="1">
            <a:off x="26306183" y="1680581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946A5DA-8041-4D8F-A122-A9B4ABF6F089}"/>
              </a:ext>
            </a:extLst>
          </p:cNvPr>
          <p:cNvCxnSpPr>
            <a:cxnSpLocks/>
          </p:cNvCxnSpPr>
          <p:nvPr/>
        </p:nvCxnSpPr>
        <p:spPr>
          <a:xfrm flipV="1">
            <a:off x="2905588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B847834-382D-4161-A1BF-9F261991EE32}"/>
              </a:ext>
            </a:extLst>
          </p:cNvPr>
          <p:cNvCxnSpPr>
            <a:cxnSpLocks/>
            <a:stCxn id="125" idx="0"/>
            <a:endCxn id="130" idx="4"/>
          </p:cNvCxnSpPr>
          <p:nvPr/>
        </p:nvCxnSpPr>
        <p:spPr>
          <a:xfrm flipV="1">
            <a:off x="26309225" y="15301494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66AC2CA-A961-46DE-8D81-839160C5C3A5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26309224" y="13794104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F874E27-889A-4C52-8F25-E966C41743A2}"/>
              </a:ext>
            </a:extLst>
          </p:cNvPr>
          <p:cNvCxnSpPr>
            <a:cxnSpLocks/>
          </p:cNvCxnSpPr>
          <p:nvPr/>
        </p:nvCxnSpPr>
        <p:spPr>
          <a:xfrm flipV="1">
            <a:off x="26347625" y="12017985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6D809C7-E11E-416A-97BE-DF40A43A0E8A}"/>
              </a:ext>
            </a:extLst>
          </p:cNvPr>
          <p:cNvCxnSpPr>
            <a:cxnSpLocks/>
          </p:cNvCxnSpPr>
          <p:nvPr/>
        </p:nvCxnSpPr>
        <p:spPr>
          <a:xfrm flipV="1">
            <a:off x="26306182" y="10207849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53CD3A0-5217-42C0-9CB5-6F1ECC9101A8}"/>
              </a:ext>
            </a:extLst>
          </p:cNvPr>
          <p:cNvCxnSpPr>
            <a:cxnSpLocks/>
          </p:cNvCxnSpPr>
          <p:nvPr/>
        </p:nvCxnSpPr>
        <p:spPr>
          <a:xfrm flipV="1">
            <a:off x="26313801" y="7454024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2569636-B669-4FF6-9B5F-A87510229325}"/>
              </a:ext>
            </a:extLst>
          </p:cNvPr>
          <p:cNvSpPr/>
          <p:nvPr/>
        </p:nvSpPr>
        <p:spPr>
          <a:xfrm>
            <a:off x="23336043" y="2510378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AD7CE32E-E18B-4135-A696-855E3AA3873E}"/>
              </a:ext>
            </a:extLst>
          </p:cNvPr>
          <p:cNvSpPr/>
          <p:nvPr/>
        </p:nvSpPr>
        <p:spPr>
          <a:xfrm>
            <a:off x="23942458" y="26751541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7B6BD262-44AF-41E2-8592-F3A254097D5E}"/>
              </a:ext>
            </a:extLst>
          </p:cNvPr>
          <p:cNvSpPr/>
          <p:nvPr/>
        </p:nvSpPr>
        <p:spPr>
          <a:xfrm>
            <a:off x="23283459" y="2033110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A53F4829-5086-425E-A56F-5873BE1C20E0}"/>
              </a:ext>
            </a:extLst>
          </p:cNvPr>
          <p:cNvSpPr/>
          <p:nvPr/>
        </p:nvSpPr>
        <p:spPr>
          <a:xfrm>
            <a:off x="23283459" y="2213344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EDA8A1E-F2F8-4E18-B54F-4846606BED99}"/>
              </a:ext>
            </a:extLst>
          </p:cNvPr>
          <p:cNvCxnSpPr/>
          <p:nvPr/>
        </p:nvCxnSpPr>
        <p:spPr>
          <a:xfrm>
            <a:off x="23498362" y="2184987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5E84650-AB14-4181-A515-68E33F5EF34F}"/>
              </a:ext>
            </a:extLst>
          </p:cNvPr>
          <p:cNvCxnSpPr>
            <a:cxnSpLocks/>
          </p:cNvCxnSpPr>
          <p:nvPr/>
        </p:nvCxnSpPr>
        <p:spPr>
          <a:xfrm flipV="1">
            <a:off x="26294522" y="2186712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D9E8C6-8E8A-4E01-9FD1-39388145DB3F}"/>
              </a:ext>
            </a:extLst>
          </p:cNvPr>
          <p:cNvCxnSpPr>
            <a:cxnSpLocks/>
          </p:cNvCxnSpPr>
          <p:nvPr/>
        </p:nvCxnSpPr>
        <p:spPr>
          <a:xfrm flipV="1">
            <a:off x="2353900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9F0A95D-F73B-4AE1-B970-A8295B594105}"/>
              </a:ext>
            </a:extLst>
          </p:cNvPr>
          <p:cNvCxnSpPr>
            <a:cxnSpLocks/>
          </p:cNvCxnSpPr>
          <p:nvPr/>
        </p:nvCxnSpPr>
        <p:spPr>
          <a:xfrm flipV="1">
            <a:off x="26306183" y="2137684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69B5D72-27DE-4A76-BFA2-664337090256}"/>
              </a:ext>
            </a:extLst>
          </p:cNvPr>
          <p:cNvCxnSpPr>
            <a:cxnSpLocks/>
          </p:cNvCxnSpPr>
          <p:nvPr/>
        </p:nvCxnSpPr>
        <p:spPr>
          <a:xfrm flipV="1">
            <a:off x="2905588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2169419-8EF6-43F1-8640-6CE4B0F13AB6}"/>
              </a:ext>
            </a:extLst>
          </p:cNvPr>
          <p:cNvGrpSpPr/>
          <p:nvPr/>
        </p:nvGrpSpPr>
        <p:grpSpPr>
          <a:xfrm>
            <a:off x="25885977" y="23769505"/>
            <a:ext cx="923295" cy="923295"/>
            <a:chOff x="7468469" y="10371058"/>
            <a:chExt cx="1314426" cy="131442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B98126B-C15E-424D-B204-D786FF631D95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95E25B0-6B0A-41E6-8530-84340D0F686F}"/>
                </a:ext>
              </a:extLst>
            </p:cNvPr>
            <p:cNvCxnSpPr>
              <a:stCxn id="159" idx="2"/>
              <a:endCxn id="159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5127CDF-2C6A-4B3F-BBC1-ED9C0B9B6296}"/>
                </a:ext>
              </a:extLst>
            </p:cNvPr>
            <p:cNvCxnSpPr>
              <a:stCxn id="159" idx="0"/>
              <a:endCxn id="159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CFD6400-9C5D-4885-A402-22C66E9A3B69}"/>
              </a:ext>
            </a:extLst>
          </p:cNvPr>
          <p:cNvCxnSpPr>
            <a:cxnSpLocks/>
            <a:endCxn id="159" idx="4"/>
          </p:cNvCxnSpPr>
          <p:nvPr/>
        </p:nvCxnSpPr>
        <p:spPr>
          <a:xfrm flipV="1">
            <a:off x="26343048" y="24692800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1DD4273-32DE-4EB2-9819-D8C04E0CE687}"/>
              </a:ext>
            </a:extLst>
          </p:cNvPr>
          <p:cNvCxnSpPr>
            <a:cxnSpLocks/>
          </p:cNvCxnSpPr>
          <p:nvPr/>
        </p:nvCxnSpPr>
        <p:spPr>
          <a:xfrm flipV="1">
            <a:off x="26343047" y="23185410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5585D85-F0D5-4EC6-9433-A9C4DE27D5CA}"/>
              </a:ext>
            </a:extLst>
          </p:cNvPr>
          <p:cNvGrpSpPr/>
          <p:nvPr/>
        </p:nvGrpSpPr>
        <p:grpSpPr>
          <a:xfrm>
            <a:off x="32253327" y="23190722"/>
            <a:ext cx="923296" cy="923296"/>
            <a:chOff x="4362474" y="11277600"/>
            <a:chExt cx="1314426" cy="1314426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71103A0-C429-4EAB-84D8-43FE81C0643C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7187CFB-5C50-4D6B-899A-BF1C9635D62D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2926DDC-6380-49EA-8E29-02B0D218377C}"/>
              </a:ext>
            </a:extLst>
          </p:cNvPr>
          <p:cNvSpPr/>
          <p:nvPr/>
        </p:nvSpPr>
        <p:spPr>
          <a:xfrm>
            <a:off x="30826700" y="21690421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2087" name="Connector: Elbow 2086">
            <a:extLst>
              <a:ext uri="{FF2B5EF4-FFF2-40B4-BE49-F238E27FC236}">
                <a16:creationId xmlns:a16="http://schemas.microsoft.com/office/drawing/2014/main" id="{8C061055-B0B4-4DF0-9C2C-7D7FAF3D28EA}"/>
              </a:ext>
            </a:extLst>
          </p:cNvPr>
          <p:cNvCxnSpPr>
            <a:stCxn id="165" idx="2"/>
          </p:cNvCxnSpPr>
          <p:nvPr/>
        </p:nvCxnSpPr>
        <p:spPr>
          <a:xfrm rot="10800000" flipV="1">
            <a:off x="26809273" y="23652370"/>
            <a:ext cx="5444055" cy="674102"/>
          </a:xfrm>
          <a:prstGeom prst="bentConnector3">
            <a:avLst>
              <a:gd name="adj1" fmla="val 3810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39FE5B9-3C27-4C50-8A37-510B2AF80A79}"/>
              </a:ext>
            </a:extLst>
          </p:cNvPr>
          <p:cNvGrpSpPr/>
          <p:nvPr/>
        </p:nvGrpSpPr>
        <p:grpSpPr>
          <a:xfrm>
            <a:off x="25847576" y="19195330"/>
            <a:ext cx="923295" cy="923295"/>
            <a:chOff x="7468469" y="10371058"/>
            <a:chExt cx="1314426" cy="1314426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2C3514B-7DAF-4B7C-BA1E-B6C158430FE6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3902A8A-946F-4920-ADA1-4B049D1332CD}"/>
                </a:ext>
              </a:extLst>
            </p:cNvPr>
            <p:cNvCxnSpPr>
              <a:stCxn id="174" idx="2"/>
              <a:endCxn id="17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84F82CA-AE2B-4174-A69F-2EB120CCBDC9}"/>
                </a:ext>
              </a:extLst>
            </p:cNvPr>
            <p:cNvCxnSpPr>
              <a:stCxn id="174" idx="0"/>
              <a:endCxn id="17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0E894EA-360B-4D9A-943E-91C903114813}"/>
              </a:ext>
            </a:extLst>
          </p:cNvPr>
          <p:cNvCxnSpPr>
            <a:cxnSpLocks/>
            <a:endCxn id="174" idx="4"/>
          </p:cNvCxnSpPr>
          <p:nvPr/>
        </p:nvCxnSpPr>
        <p:spPr>
          <a:xfrm flipV="1">
            <a:off x="26304647" y="20118625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D77F410-883F-4CAD-8DF6-C9EE7F17ECB4}"/>
              </a:ext>
            </a:extLst>
          </p:cNvPr>
          <p:cNvCxnSpPr>
            <a:cxnSpLocks/>
          </p:cNvCxnSpPr>
          <p:nvPr/>
        </p:nvCxnSpPr>
        <p:spPr>
          <a:xfrm flipV="1">
            <a:off x="26304647" y="18765583"/>
            <a:ext cx="0" cy="4518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Connector: Elbow 2090">
            <a:extLst>
              <a:ext uri="{FF2B5EF4-FFF2-40B4-BE49-F238E27FC236}">
                <a16:creationId xmlns:a16="http://schemas.microsoft.com/office/drawing/2014/main" id="{90AB4D21-DA4D-4BE4-AFD1-9AD483D22C17}"/>
              </a:ext>
            </a:extLst>
          </p:cNvPr>
          <p:cNvCxnSpPr>
            <a:endCxn id="174" idx="6"/>
          </p:cNvCxnSpPr>
          <p:nvPr/>
        </p:nvCxnSpPr>
        <p:spPr>
          <a:xfrm rot="5400000" flipH="1" flipV="1">
            <a:off x="24543496" y="21424995"/>
            <a:ext cx="3995392" cy="459358"/>
          </a:xfrm>
          <a:prstGeom prst="bentConnector4">
            <a:avLst>
              <a:gd name="adj1" fmla="val 3218"/>
              <a:gd name="adj2" fmla="val 77182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Straight Connector 2097">
            <a:extLst>
              <a:ext uri="{FF2B5EF4-FFF2-40B4-BE49-F238E27FC236}">
                <a16:creationId xmlns:a16="http://schemas.microsoft.com/office/drawing/2014/main" id="{8BD3F1EE-1DB9-4BB6-A17D-C62400221A6A}"/>
              </a:ext>
            </a:extLst>
          </p:cNvPr>
          <p:cNvCxnSpPr/>
          <p:nvPr/>
        </p:nvCxnSpPr>
        <p:spPr>
          <a:xfrm>
            <a:off x="14248096" y="6207034"/>
            <a:ext cx="6783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5A7A240-144C-4313-97BD-F69C0E624AB2}"/>
              </a:ext>
            </a:extLst>
          </p:cNvPr>
          <p:cNvCxnSpPr>
            <a:cxnSpLocks/>
          </p:cNvCxnSpPr>
          <p:nvPr/>
        </p:nvCxnSpPr>
        <p:spPr>
          <a:xfrm>
            <a:off x="21019625" y="6207034"/>
            <a:ext cx="11575" cy="109638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>
            <a:extLst>
              <a:ext uri="{FF2B5EF4-FFF2-40B4-BE49-F238E27FC236}">
                <a16:creationId xmlns:a16="http://schemas.microsoft.com/office/drawing/2014/main" id="{7B6FF021-9602-4D53-9C0A-0D92EFCD83D8}"/>
              </a:ext>
            </a:extLst>
          </p:cNvPr>
          <p:cNvCxnSpPr>
            <a:cxnSpLocks/>
          </p:cNvCxnSpPr>
          <p:nvPr/>
        </p:nvCxnSpPr>
        <p:spPr>
          <a:xfrm>
            <a:off x="21031200" y="17191498"/>
            <a:ext cx="2507802" cy="949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8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19CB708-C182-45E0-B10A-220AB2E48482}"/>
              </a:ext>
            </a:extLst>
          </p:cNvPr>
          <p:cNvSpPr/>
          <p:nvPr/>
        </p:nvSpPr>
        <p:spPr>
          <a:xfrm>
            <a:off x="8387670" y="8289327"/>
            <a:ext cx="6111767" cy="4602748"/>
          </a:xfrm>
          <a:prstGeom prst="rect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Compresión del dominio de la manufactura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C99742C-188D-4694-8FD4-38AC0D6DE96F}"/>
              </a:ext>
            </a:extLst>
          </p:cNvPr>
          <p:cNvSpPr/>
          <p:nvPr/>
        </p:nvSpPr>
        <p:spPr>
          <a:xfrm>
            <a:off x="13828380" y="14866352"/>
            <a:ext cx="6111767" cy="4602748"/>
          </a:xfrm>
          <a:prstGeom prst="rect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Planteamiento de técnicas para la detección y localización de fallas en sistemas automáticos de manufactura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5114D0-77A8-430B-B4C2-0184F2703BBE}"/>
              </a:ext>
            </a:extLst>
          </p:cNvPr>
          <p:cNvSpPr/>
          <p:nvPr/>
        </p:nvSpPr>
        <p:spPr>
          <a:xfrm>
            <a:off x="18828912" y="8289325"/>
            <a:ext cx="6111767" cy="4602748"/>
          </a:xfrm>
          <a:prstGeom prst="rect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y preparación de los datos</a:t>
            </a:r>
          </a:p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aplicación de algoritmos de inteligencia artificial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0C7E70-E813-49D1-A005-9CF32F97EFBB}"/>
              </a:ext>
            </a:extLst>
          </p:cNvPr>
          <p:cNvSpPr/>
          <p:nvPr/>
        </p:nvSpPr>
        <p:spPr>
          <a:xfrm>
            <a:off x="24183024" y="14866350"/>
            <a:ext cx="6111767" cy="4602748"/>
          </a:xfrm>
          <a:prstGeom prst="rect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Integración del modelo para detección y localización de fallas en procesos de manufactura en un entorno real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ABD08A-E615-4BA5-9D61-33BE59533B73}"/>
              </a:ext>
            </a:extLst>
          </p:cNvPr>
          <p:cNvSpPr/>
          <p:nvPr/>
        </p:nvSpPr>
        <p:spPr>
          <a:xfrm>
            <a:off x="29270154" y="8289325"/>
            <a:ext cx="6111767" cy="4602748"/>
          </a:xfrm>
          <a:prstGeom prst="rect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rendimiento del modelo predictivo para detección y localización de fallas en manufactura</a:t>
            </a:r>
          </a:p>
        </p:txBody>
      </p:sp>
      <p:cxnSp>
        <p:nvCxnSpPr>
          <p:cNvPr id="9" name="Conector: angular 9">
            <a:extLst>
              <a:ext uri="{FF2B5EF4-FFF2-40B4-BE49-F238E27FC236}">
                <a16:creationId xmlns:a16="http://schemas.microsoft.com/office/drawing/2014/main" id="{1AFE44B2-8953-4515-8CD2-12FF325500E3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10498144" y="13837484"/>
            <a:ext cx="4275652" cy="238482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10">
            <a:extLst>
              <a:ext uri="{FF2B5EF4-FFF2-40B4-BE49-F238E27FC236}">
                <a16:creationId xmlns:a16="http://schemas.microsoft.com/office/drawing/2014/main" id="{9145F1E0-2012-4D01-B2AC-40AA0ED9D51F}"/>
              </a:ext>
            </a:extLst>
          </p:cNvPr>
          <p:cNvSpPr/>
          <p:nvPr/>
        </p:nvSpPr>
        <p:spPr>
          <a:xfrm>
            <a:off x="13828382" y="7658491"/>
            <a:ext cx="1168956" cy="1261665"/>
          </a:xfrm>
          <a:prstGeom prst="ellipse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4057941C-5B49-4FF1-9DAC-2C567D3B86AB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5718764" y="11756204"/>
            <a:ext cx="4275652" cy="194464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4">
            <a:extLst>
              <a:ext uri="{FF2B5EF4-FFF2-40B4-BE49-F238E27FC236}">
                <a16:creationId xmlns:a16="http://schemas.microsoft.com/office/drawing/2014/main" id="{8F2528F7-5814-4962-8F67-815E71A6D5E3}"/>
              </a:ext>
            </a:extLst>
          </p:cNvPr>
          <p:cNvCxnSpPr>
            <a:stCxn id="6" idx="2"/>
            <a:endCxn id="7" idx="1"/>
          </p:cNvCxnSpPr>
          <p:nvPr/>
        </p:nvCxnSpPr>
        <p:spPr>
          <a:xfrm rot="16200000" flipH="1">
            <a:off x="20896086" y="13880782"/>
            <a:ext cx="4275652" cy="229822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6">
            <a:extLst>
              <a:ext uri="{FF2B5EF4-FFF2-40B4-BE49-F238E27FC236}">
                <a16:creationId xmlns:a16="http://schemas.microsoft.com/office/drawing/2014/main" id="{D4913FC8-8D2C-4254-8404-781399E605E1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26116706" y="11712899"/>
            <a:ext cx="4275650" cy="203124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7">
            <a:extLst>
              <a:ext uri="{FF2B5EF4-FFF2-40B4-BE49-F238E27FC236}">
                <a16:creationId xmlns:a16="http://schemas.microsoft.com/office/drawing/2014/main" id="{1B3BB9A4-8D68-436C-AA74-57A5938843C9}"/>
              </a:ext>
            </a:extLst>
          </p:cNvPr>
          <p:cNvSpPr/>
          <p:nvPr/>
        </p:nvSpPr>
        <p:spPr>
          <a:xfrm>
            <a:off x="19355670" y="14235513"/>
            <a:ext cx="1168956" cy="1261665"/>
          </a:xfrm>
          <a:prstGeom prst="ellipse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Elipse 18">
            <a:extLst>
              <a:ext uri="{FF2B5EF4-FFF2-40B4-BE49-F238E27FC236}">
                <a16:creationId xmlns:a16="http://schemas.microsoft.com/office/drawing/2014/main" id="{05DD6F61-CD6D-4C74-9481-AF378F82AC51}"/>
              </a:ext>
            </a:extLst>
          </p:cNvPr>
          <p:cNvSpPr/>
          <p:nvPr/>
        </p:nvSpPr>
        <p:spPr>
          <a:xfrm>
            <a:off x="24336361" y="7658491"/>
            <a:ext cx="1168956" cy="1261665"/>
          </a:xfrm>
          <a:prstGeom prst="ellipse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Elipse 19">
            <a:extLst>
              <a:ext uri="{FF2B5EF4-FFF2-40B4-BE49-F238E27FC236}">
                <a16:creationId xmlns:a16="http://schemas.microsoft.com/office/drawing/2014/main" id="{7D0536B2-F12A-443B-A150-54D31FDE3607}"/>
              </a:ext>
            </a:extLst>
          </p:cNvPr>
          <p:cNvSpPr/>
          <p:nvPr/>
        </p:nvSpPr>
        <p:spPr>
          <a:xfrm>
            <a:off x="29827539" y="14047945"/>
            <a:ext cx="1168956" cy="1261665"/>
          </a:xfrm>
          <a:prstGeom prst="ellipse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Elipse 20">
            <a:extLst>
              <a:ext uri="{FF2B5EF4-FFF2-40B4-BE49-F238E27FC236}">
                <a16:creationId xmlns:a16="http://schemas.microsoft.com/office/drawing/2014/main" id="{39517856-476D-402E-B3D3-2176356E3918}"/>
              </a:ext>
            </a:extLst>
          </p:cNvPr>
          <p:cNvSpPr/>
          <p:nvPr/>
        </p:nvSpPr>
        <p:spPr>
          <a:xfrm>
            <a:off x="34797444" y="7658491"/>
            <a:ext cx="1168956" cy="1261665"/>
          </a:xfrm>
          <a:prstGeom prst="ellipse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794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E397BD4-D1B2-45EB-A926-62F2AF1F321F}"/>
              </a:ext>
            </a:extLst>
          </p:cNvPr>
          <p:cNvSpPr/>
          <p:nvPr/>
        </p:nvSpPr>
        <p:spPr>
          <a:xfrm>
            <a:off x="16637493" y="1991429"/>
            <a:ext cx="9925652" cy="2010716"/>
          </a:xfrm>
          <a:prstGeom prst="roundRect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 datos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B58A078-76A0-44BE-971A-B87D7014E0A2}"/>
              </a:ext>
            </a:extLst>
          </p:cNvPr>
          <p:cNvSpPr/>
          <p:nvPr/>
        </p:nvSpPr>
        <p:spPr>
          <a:xfrm>
            <a:off x="4544659" y="4991100"/>
            <a:ext cx="348126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9EC3A87-D8DB-4A25-9DF6-C1F6DF144824}"/>
              </a:ext>
            </a:extLst>
          </p:cNvPr>
          <p:cNvSpPr/>
          <p:nvPr/>
        </p:nvSpPr>
        <p:spPr>
          <a:xfrm>
            <a:off x="16988153" y="552450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los datos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6087869-835C-4A39-AE44-C1038A3DCABA}"/>
              </a:ext>
            </a:extLst>
          </p:cNvPr>
          <p:cNvSpPr/>
          <p:nvPr/>
        </p:nvSpPr>
        <p:spPr>
          <a:xfrm>
            <a:off x="492493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Limpiar y reducir el ruido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550A938-6252-4DA0-8F02-AE337977BD80}"/>
              </a:ext>
            </a:extLst>
          </p:cNvPr>
          <p:cNvSpPr/>
          <p:nvPr/>
        </p:nvSpPr>
        <p:spPr>
          <a:xfrm>
            <a:off x="1165391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E755202-8F75-4DAF-B08C-72B34636C2C0}"/>
              </a:ext>
            </a:extLst>
          </p:cNvPr>
          <p:cNvSpPr/>
          <p:nvPr/>
        </p:nvSpPr>
        <p:spPr>
          <a:xfrm>
            <a:off x="1838289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de los datos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6FD9968-DC1B-46E9-AABF-C021972C1CFB}"/>
              </a:ext>
            </a:extLst>
          </p:cNvPr>
          <p:cNvSpPr/>
          <p:nvPr/>
        </p:nvSpPr>
        <p:spPr>
          <a:xfrm>
            <a:off x="2511187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características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9D94A713-E447-4929-A338-BA80095F4972}"/>
              </a:ext>
            </a:extLst>
          </p:cNvPr>
          <p:cNvSpPr/>
          <p:nvPr/>
        </p:nvSpPr>
        <p:spPr>
          <a:xfrm>
            <a:off x="3184085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del conjunto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40E2E0B-2F2D-48EF-937F-A9A2C05A7742}"/>
              </a:ext>
            </a:extLst>
          </p:cNvPr>
          <p:cNvSpPr/>
          <p:nvPr/>
        </p:nvSpPr>
        <p:spPr>
          <a:xfrm>
            <a:off x="4544659" y="12242906"/>
            <a:ext cx="143148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B1EE77-44DA-457A-B394-C4E883AAD497}"/>
              </a:ext>
            </a:extLst>
          </p:cNvPr>
          <p:cNvSpPr/>
          <p:nvPr/>
        </p:nvSpPr>
        <p:spPr>
          <a:xfrm>
            <a:off x="6691088" y="13025722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datos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3EEB01B-3942-4596-923E-AAD865F278BA}"/>
              </a:ext>
            </a:extLst>
          </p:cNvPr>
          <p:cNvSpPr/>
          <p:nvPr/>
        </p:nvSpPr>
        <p:spPr>
          <a:xfrm>
            <a:off x="8625671" y="1553435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 básico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A77283B5-BEF7-4CCC-9963-BA55A77FBA2F}"/>
              </a:ext>
            </a:extLst>
          </p:cNvPr>
          <p:cNvSpPr/>
          <p:nvPr/>
        </p:nvSpPr>
        <p:spPr>
          <a:xfrm>
            <a:off x="19756384" y="12284350"/>
            <a:ext cx="19600916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637C07E-836F-4EF6-B1F8-FA32738C698B}"/>
              </a:ext>
            </a:extLst>
          </p:cNvPr>
          <p:cNvSpPr/>
          <p:nvPr/>
        </p:nvSpPr>
        <p:spPr>
          <a:xfrm>
            <a:off x="25340768" y="1296202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Modelado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193515A-8479-42A6-902A-2C230D213E1A}"/>
              </a:ext>
            </a:extLst>
          </p:cNvPr>
          <p:cNvSpPr/>
          <p:nvPr/>
        </p:nvSpPr>
        <p:spPr>
          <a:xfrm>
            <a:off x="22940512" y="15812509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xperimentación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BAE95880-F3B8-416F-99C5-73A077C6816F}"/>
              </a:ext>
            </a:extLst>
          </p:cNvPr>
          <p:cNvSpPr/>
          <p:nvPr/>
        </p:nvSpPr>
        <p:spPr>
          <a:xfrm>
            <a:off x="32238177" y="1575041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DD95A9C6-52CB-487B-9A92-3E7E9B3E7C50}"/>
              </a:ext>
            </a:extLst>
          </p:cNvPr>
          <p:cNvSpPr/>
          <p:nvPr/>
        </p:nvSpPr>
        <p:spPr>
          <a:xfrm>
            <a:off x="22212300" y="19200775"/>
            <a:ext cx="17144999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CAA0F61-26B9-488E-A1C7-F8B9883E202E}"/>
              </a:ext>
            </a:extLst>
          </p:cNvPr>
          <p:cNvSpPr/>
          <p:nvPr/>
        </p:nvSpPr>
        <p:spPr>
          <a:xfrm>
            <a:off x="26008890" y="20363613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45CC6A5-76AC-4002-A78F-5B4C46CAF985}"/>
              </a:ext>
            </a:extLst>
          </p:cNvPr>
          <p:cNvSpPr/>
          <p:nvPr/>
        </p:nvSpPr>
        <p:spPr>
          <a:xfrm>
            <a:off x="32323868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Métricas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C131A05E-5A9B-46CD-B1D3-608A0076D4EF}"/>
              </a:ext>
            </a:extLst>
          </p:cNvPr>
          <p:cNvSpPr/>
          <p:nvPr/>
        </p:nvSpPr>
        <p:spPr>
          <a:xfrm>
            <a:off x="23885562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rendimiento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78F6DD85-D6DF-4A39-B74B-EC26CDA93A4B}"/>
              </a:ext>
            </a:extLst>
          </p:cNvPr>
          <p:cNvSpPr/>
          <p:nvPr/>
        </p:nvSpPr>
        <p:spPr>
          <a:xfrm>
            <a:off x="12954000" y="20283604"/>
            <a:ext cx="7320888" cy="4176596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C68372E-F8D1-40AA-B708-D824D645B8DE}"/>
              </a:ext>
            </a:extLst>
          </p:cNvPr>
          <p:cNvSpPr/>
          <p:nvPr/>
        </p:nvSpPr>
        <p:spPr>
          <a:xfrm>
            <a:off x="13588497" y="2123401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C6D8431-B353-48E0-AB09-F04396258D05}"/>
              </a:ext>
            </a:extLst>
          </p:cNvPr>
          <p:cNvSpPr/>
          <p:nvPr/>
        </p:nvSpPr>
        <p:spPr>
          <a:xfrm>
            <a:off x="25892717" y="1179813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DF8AC9F-2B34-407D-9AF1-8B5169863035}"/>
              </a:ext>
            </a:extLst>
          </p:cNvPr>
          <p:cNvSpPr/>
          <p:nvPr/>
        </p:nvSpPr>
        <p:spPr>
          <a:xfrm>
            <a:off x="38380353" y="40152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0128CF1-9939-432C-ACBF-3356C72941ED}"/>
              </a:ext>
            </a:extLst>
          </p:cNvPr>
          <p:cNvSpPr/>
          <p:nvPr/>
        </p:nvSpPr>
        <p:spPr>
          <a:xfrm>
            <a:off x="17513624" y="115215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6EC5A89-B516-45E0-97E6-FE909EEFE109}"/>
              </a:ext>
            </a:extLst>
          </p:cNvPr>
          <p:cNvSpPr/>
          <p:nvPr/>
        </p:nvSpPr>
        <p:spPr>
          <a:xfrm>
            <a:off x="38294662" y="11658541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507466F-251A-4C57-A728-8776775D845B}"/>
              </a:ext>
            </a:extLst>
          </p:cNvPr>
          <p:cNvSpPr/>
          <p:nvPr/>
        </p:nvSpPr>
        <p:spPr>
          <a:xfrm>
            <a:off x="38137839" y="1876926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41FFF16-10E7-495E-84E7-9ABA56F53408}"/>
              </a:ext>
            </a:extLst>
          </p:cNvPr>
          <p:cNvSpPr/>
          <p:nvPr/>
        </p:nvSpPr>
        <p:spPr>
          <a:xfrm>
            <a:off x="19055428" y="19391128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0A6BCAC-6A8E-4FDC-AC01-0F0E703AB7D7}"/>
              </a:ext>
            </a:extLst>
          </p:cNvPr>
          <p:cNvCxnSpPr>
            <a:stCxn id="121" idx="2"/>
          </p:cNvCxnSpPr>
          <p:nvPr/>
        </p:nvCxnSpPr>
        <p:spPr>
          <a:xfrm>
            <a:off x="21600319" y="4002145"/>
            <a:ext cx="0" cy="15223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D29F42B-7135-49A8-8F52-F31FD87719EA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>
            <a:off x="1078477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CDB9C28-9BB8-4AD2-9E0D-38BA65A1F6DB}"/>
              </a:ext>
            </a:extLst>
          </p:cNvPr>
          <p:cNvCxnSpPr>
            <a:cxnSpLocks/>
          </p:cNvCxnSpPr>
          <p:nvPr/>
        </p:nvCxnSpPr>
        <p:spPr>
          <a:xfrm>
            <a:off x="17513624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6171818-5615-4056-A002-5FAA2A0BF946}"/>
              </a:ext>
            </a:extLst>
          </p:cNvPr>
          <p:cNvCxnSpPr>
            <a:cxnSpLocks/>
          </p:cNvCxnSpPr>
          <p:nvPr/>
        </p:nvCxnSpPr>
        <p:spPr>
          <a:xfrm>
            <a:off x="2424273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5DD73C7-B212-4E50-8E26-BFCAC06FCF1B}"/>
              </a:ext>
            </a:extLst>
          </p:cNvPr>
          <p:cNvCxnSpPr>
            <a:cxnSpLocks/>
          </p:cNvCxnSpPr>
          <p:nvPr/>
        </p:nvCxnSpPr>
        <p:spPr>
          <a:xfrm>
            <a:off x="3097171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F4C35FD-2D6E-4F21-AC16-511F9755007F}"/>
              </a:ext>
            </a:extLst>
          </p:cNvPr>
          <p:cNvCxnSpPr>
            <a:stCxn id="128" idx="2"/>
            <a:endCxn id="130" idx="0"/>
          </p:cNvCxnSpPr>
          <p:nvPr/>
        </p:nvCxnSpPr>
        <p:spPr>
          <a:xfrm rot="5400000">
            <a:off x="22345168" y="-182701"/>
            <a:ext cx="1782520" cy="2306869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41C0A22-D0CF-4154-83C3-4533121C1ED0}"/>
              </a:ext>
            </a:extLst>
          </p:cNvPr>
          <p:cNvCxnSpPr>
            <a:stCxn id="123" idx="2"/>
            <a:endCxn id="124" idx="0"/>
          </p:cNvCxnSpPr>
          <p:nvPr/>
        </p:nvCxnSpPr>
        <p:spPr>
          <a:xfrm rot="5400000">
            <a:off x="14525370" y="1024061"/>
            <a:ext cx="755094" cy="14096124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73580B8-71AC-4F2B-91CC-F660CFDAFC4B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11653914" y="15195798"/>
            <a:ext cx="0" cy="3385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B217A266-0475-4C77-B7CC-7F1B8497751A}"/>
              </a:ext>
            </a:extLst>
          </p:cNvPr>
          <p:cNvCxnSpPr>
            <a:stCxn id="133" idx="2"/>
            <a:endCxn id="135" idx="1"/>
          </p:cNvCxnSpPr>
          <p:nvPr/>
        </p:nvCxnSpPr>
        <p:spPr>
          <a:xfrm rot="5400000" flipH="1" flipV="1">
            <a:off x="16668654" y="9032318"/>
            <a:ext cx="3657374" cy="13686854"/>
          </a:xfrm>
          <a:prstGeom prst="bentConnector4">
            <a:avLst>
              <a:gd name="adj1" fmla="val -11250"/>
              <a:gd name="adj2" fmla="val 5616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AE4BF194-0A2D-4DCF-950C-6132398094B1}"/>
              </a:ext>
            </a:extLst>
          </p:cNvPr>
          <p:cNvCxnSpPr>
            <a:stCxn id="135" idx="2"/>
            <a:endCxn id="136" idx="0"/>
          </p:cNvCxnSpPr>
          <p:nvPr/>
        </p:nvCxnSpPr>
        <p:spPr>
          <a:xfrm rot="5400000">
            <a:off x="27795969" y="13304883"/>
            <a:ext cx="680413" cy="4334839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BF26BDF-CE01-4191-80FD-652886EEB79C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28996997" y="16835454"/>
            <a:ext cx="3241180" cy="620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9432DB80-48EF-4273-A781-3D4CB07EA0A3}"/>
              </a:ext>
            </a:extLst>
          </p:cNvPr>
          <p:cNvCxnSpPr>
            <a:stCxn id="137" idx="2"/>
            <a:endCxn id="142" idx="0"/>
          </p:cNvCxnSpPr>
          <p:nvPr/>
        </p:nvCxnSpPr>
        <p:spPr>
          <a:xfrm rot="5400000">
            <a:off x="31897508" y="16994700"/>
            <a:ext cx="2443121" cy="4294704"/>
          </a:xfrm>
          <a:prstGeom prst="bentConnector3">
            <a:avLst>
              <a:gd name="adj1" fmla="val 3877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B61EED93-CCE4-4093-96CC-CADE6B6A3321}"/>
              </a:ext>
            </a:extLst>
          </p:cNvPr>
          <p:cNvCxnSpPr>
            <a:endCxn id="143" idx="3"/>
          </p:cNvCxnSpPr>
          <p:nvPr/>
        </p:nvCxnSpPr>
        <p:spPr>
          <a:xfrm rot="16200000" flipH="1">
            <a:off x="35856654" y="21526538"/>
            <a:ext cx="2601587" cy="2445811"/>
          </a:xfrm>
          <a:prstGeom prst="bentConnector4">
            <a:avLst>
              <a:gd name="adj1" fmla="val 1029"/>
              <a:gd name="adj2" fmla="val 13551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22A3E7A-67F0-4BE2-B053-71A6C8C382EE}"/>
              </a:ext>
            </a:extLst>
          </p:cNvPr>
          <p:cNvCxnSpPr>
            <a:cxnSpLocks/>
            <a:stCxn id="143" idx="1"/>
            <a:endCxn id="144" idx="3"/>
          </p:cNvCxnSpPr>
          <p:nvPr/>
        </p:nvCxnSpPr>
        <p:spPr>
          <a:xfrm flipH="1">
            <a:off x="29942047" y="24050238"/>
            <a:ext cx="238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7E9CC9EA-1024-4B73-88C5-202E3E56B41D}"/>
              </a:ext>
            </a:extLst>
          </p:cNvPr>
          <p:cNvCxnSpPr>
            <a:stCxn id="144" idx="1"/>
          </p:cNvCxnSpPr>
          <p:nvPr/>
        </p:nvCxnSpPr>
        <p:spPr>
          <a:xfrm rot="10800000">
            <a:off x="19467516" y="22319048"/>
            <a:ext cx="4418046" cy="173119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99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0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20">
            <a:extLst>
              <a:ext uri="{FF2B5EF4-FFF2-40B4-BE49-F238E27FC236}">
                <a16:creationId xmlns:a16="http://schemas.microsoft.com/office/drawing/2014/main" id="{B15B5FD0-E167-3B54-16ED-2E0664E04A2A}"/>
              </a:ext>
            </a:extLst>
          </p:cNvPr>
          <p:cNvSpPr/>
          <p:nvPr/>
        </p:nvSpPr>
        <p:spPr>
          <a:xfrm>
            <a:off x="1493520" y="11551920"/>
            <a:ext cx="9265920" cy="4267200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33">
            <a:extLst>
              <a:ext uri="{FF2B5EF4-FFF2-40B4-BE49-F238E27FC236}">
                <a16:creationId xmlns:a16="http://schemas.microsoft.com/office/drawing/2014/main" id="{6B340722-2DCB-5B95-E522-302C5FB8350D}"/>
              </a:ext>
            </a:extLst>
          </p:cNvPr>
          <p:cNvSpPr/>
          <p:nvPr/>
        </p:nvSpPr>
        <p:spPr>
          <a:xfrm>
            <a:off x="1703923" y="13845526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from deep neural network</a:t>
            </a:r>
          </a:p>
        </p:txBody>
      </p:sp>
      <p:sp>
        <p:nvSpPr>
          <p:cNvPr id="6" name="Rectangle 134">
            <a:extLst>
              <a:ext uri="{FF2B5EF4-FFF2-40B4-BE49-F238E27FC236}">
                <a16:creationId xmlns:a16="http://schemas.microsoft.com/office/drawing/2014/main" id="{E2A2328F-D2CF-2946-E3B5-4BC971575975}"/>
              </a:ext>
            </a:extLst>
          </p:cNvPr>
          <p:cNvSpPr/>
          <p:nvPr/>
        </p:nvSpPr>
        <p:spPr>
          <a:xfrm>
            <a:off x="3520468" y="13832653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</a:p>
        </p:txBody>
      </p:sp>
      <p:sp>
        <p:nvSpPr>
          <p:cNvPr id="7" name="Rectangle 137">
            <a:extLst>
              <a:ext uri="{FF2B5EF4-FFF2-40B4-BE49-F238E27FC236}">
                <a16:creationId xmlns:a16="http://schemas.microsoft.com/office/drawing/2014/main" id="{C4A6FC88-7339-BB66-26D9-CBB503E63292}"/>
              </a:ext>
            </a:extLst>
          </p:cNvPr>
          <p:cNvSpPr/>
          <p:nvPr/>
        </p:nvSpPr>
        <p:spPr>
          <a:xfrm>
            <a:off x="5319472" y="12369968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level estimation and thresholding</a:t>
            </a:r>
          </a:p>
        </p:txBody>
      </p:sp>
      <p:sp>
        <p:nvSpPr>
          <p:cNvPr id="8" name="Rectangle 138">
            <a:extLst>
              <a:ext uri="{FF2B5EF4-FFF2-40B4-BE49-F238E27FC236}">
                <a16:creationId xmlns:a16="http://schemas.microsoft.com/office/drawing/2014/main" id="{69DC1773-EA47-06A0-4B51-FE49DFAD7D56}"/>
              </a:ext>
            </a:extLst>
          </p:cNvPr>
          <p:cNvSpPr/>
          <p:nvPr/>
        </p:nvSpPr>
        <p:spPr>
          <a:xfrm>
            <a:off x="7118477" y="13813824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synthesis</a:t>
            </a:r>
          </a:p>
        </p:txBody>
      </p:sp>
      <p:sp>
        <p:nvSpPr>
          <p:cNvPr id="9" name="Rectangle 139">
            <a:extLst>
              <a:ext uri="{FF2B5EF4-FFF2-40B4-BE49-F238E27FC236}">
                <a16:creationId xmlns:a16="http://schemas.microsoft.com/office/drawing/2014/main" id="{9D16784B-9F40-CFF0-75AE-DC8173EDD9DF}"/>
              </a:ext>
            </a:extLst>
          </p:cNvPr>
          <p:cNvSpPr/>
          <p:nvPr/>
        </p:nvSpPr>
        <p:spPr>
          <a:xfrm>
            <a:off x="8935022" y="13813824"/>
            <a:ext cx="1489993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with noise reduction (DNN+WT)</a:t>
            </a:r>
          </a:p>
        </p:txBody>
      </p:sp>
      <p:sp>
        <p:nvSpPr>
          <p:cNvPr id="10" name="TextBox 140">
            <a:extLst>
              <a:ext uri="{FF2B5EF4-FFF2-40B4-BE49-F238E27FC236}">
                <a16:creationId xmlns:a16="http://schemas.microsoft.com/office/drawing/2014/main" id="{B620148B-21F1-2A9A-4844-232A1B1DFA3B}"/>
              </a:ext>
            </a:extLst>
          </p:cNvPr>
          <p:cNvSpPr txBox="1"/>
          <p:nvPr/>
        </p:nvSpPr>
        <p:spPr>
          <a:xfrm>
            <a:off x="3075374" y="14959780"/>
            <a:ext cx="238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analysis</a:t>
            </a:r>
          </a:p>
        </p:txBody>
      </p:sp>
      <p:sp>
        <p:nvSpPr>
          <p:cNvPr id="11" name="TextBox 141">
            <a:extLst>
              <a:ext uri="{FF2B5EF4-FFF2-40B4-BE49-F238E27FC236}">
                <a16:creationId xmlns:a16="http://schemas.microsoft.com/office/drawing/2014/main" id="{D719BB0E-E311-6080-23AF-116E31FE01F6}"/>
              </a:ext>
            </a:extLst>
          </p:cNvPr>
          <p:cNvSpPr txBox="1"/>
          <p:nvPr/>
        </p:nvSpPr>
        <p:spPr>
          <a:xfrm>
            <a:off x="5271165" y="14969048"/>
            <a:ext cx="15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</p:txBody>
      </p:sp>
      <p:cxnSp>
        <p:nvCxnSpPr>
          <p:cNvPr id="12" name="Straight Arrow Connector 143">
            <a:extLst>
              <a:ext uri="{FF2B5EF4-FFF2-40B4-BE49-F238E27FC236}">
                <a16:creationId xmlns:a16="http://schemas.microsoft.com/office/drawing/2014/main" id="{0ED2530C-DD97-F89A-60CE-56741C2377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97868" y="14384231"/>
            <a:ext cx="322600" cy="1287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45">
            <a:extLst>
              <a:ext uri="{FF2B5EF4-FFF2-40B4-BE49-F238E27FC236}">
                <a16:creationId xmlns:a16="http://schemas.microsoft.com/office/drawing/2014/main" id="{972F0A39-78F8-ABED-CB1D-E6B02B36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013" y="13813824"/>
            <a:ext cx="1458864" cy="1116028"/>
          </a:xfrm>
          <a:prstGeom prst="rect">
            <a:avLst/>
          </a:prstGeom>
        </p:spPr>
      </p:pic>
      <p:cxnSp>
        <p:nvCxnSpPr>
          <p:cNvPr id="14" name="Straight Arrow Connector 147">
            <a:extLst>
              <a:ext uri="{FF2B5EF4-FFF2-40B4-BE49-F238E27FC236}">
                <a16:creationId xmlns:a16="http://schemas.microsoft.com/office/drawing/2014/main" id="{C6352AE5-126A-59DC-9378-4C943036A19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5014413" y="14371838"/>
            <a:ext cx="322600" cy="1239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9">
            <a:extLst>
              <a:ext uri="{FF2B5EF4-FFF2-40B4-BE49-F238E27FC236}">
                <a16:creationId xmlns:a16="http://schemas.microsoft.com/office/drawing/2014/main" id="{835DFC1A-B2EB-54A3-5DCC-1E8EE415557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6066445" y="13473123"/>
            <a:ext cx="0" cy="34070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5">
            <a:extLst>
              <a:ext uri="{FF2B5EF4-FFF2-40B4-BE49-F238E27FC236}">
                <a16:creationId xmlns:a16="http://schemas.microsoft.com/office/drawing/2014/main" id="{B62DF9B4-07AE-A144-9380-C527D306E355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6795877" y="14365402"/>
            <a:ext cx="322600" cy="643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57">
            <a:extLst>
              <a:ext uri="{FF2B5EF4-FFF2-40B4-BE49-F238E27FC236}">
                <a16:creationId xmlns:a16="http://schemas.microsoft.com/office/drawing/2014/main" id="{6CD989F4-F2FB-EFCE-CC42-B755D07072E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612422" y="14365402"/>
            <a:ext cx="322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91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8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D610ECB7-76DD-2A9C-6F9E-31FF8203E1E7}"/>
              </a:ext>
            </a:extLst>
          </p:cNvPr>
          <p:cNvSpPr/>
          <p:nvPr/>
        </p:nvSpPr>
        <p:spPr>
          <a:xfrm>
            <a:off x="1119524" y="3360456"/>
            <a:ext cx="9517996" cy="7871424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07311A7A-EDB2-6A96-9D91-8E23CF421AEC}"/>
              </a:ext>
            </a:extLst>
          </p:cNvPr>
          <p:cNvSpPr/>
          <p:nvPr/>
        </p:nvSpPr>
        <p:spPr>
          <a:xfrm>
            <a:off x="1119524" y="1610928"/>
            <a:ext cx="9517996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voz base (LIBRESPEECH)</a:t>
            </a:r>
          </a:p>
        </p:txBody>
      </p:sp>
      <p:sp>
        <p:nvSpPr>
          <p:cNvPr id="26" name="Rectangle: Rounded Corners 16">
            <a:extLst>
              <a:ext uri="{FF2B5EF4-FFF2-40B4-BE49-F238E27FC236}">
                <a16:creationId xmlns:a16="http://schemas.microsoft.com/office/drawing/2014/main" id="{130845F4-BABE-4185-2676-15F7326BFC51}"/>
              </a:ext>
            </a:extLst>
          </p:cNvPr>
          <p:cNvSpPr/>
          <p:nvPr/>
        </p:nvSpPr>
        <p:spPr>
          <a:xfrm>
            <a:off x="1674485" y="7350934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las señales de voz base añadir señales con ruido respecto a Relación Señal-Ruido.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Relación Señal-Ruido [-9, -6, -3, 0, 3, 6, 9] dB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fuente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destino</a:t>
            </a:r>
          </a:p>
        </p:txBody>
      </p:sp>
      <p:sp>
        <p:nvSpPr>
          <p:cNvPr id="28" name="Rectangle: Rounded Corners 16">
            <a:extLst>
              <a:ext uri="{FF2B5EF4-FFF2-40B4-BE49-F238E27FC236}">
                <a16:creationId xmlns:a16="http://schemas.microsoft.com/office/drawing/2014/main" id="{4A535A89-6419-677C-925E-91789ACA7688}"/>
              </a:ext>
            </a:extLst>
          </p:cNvPr>
          <p:cNvSpPr/>
          <p:nvPr/>
        </p:nvSpPr>
        <p:spPr>
          <a:xfrm>
            <a:off x="1638940" y="5790457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cada señal (voz y/0 ruido) aplicar si es necesario: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Dejar en un solo canal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muestreo</a:t>
            </a:r>
          </a:p>
        </p:txBody>
      </p:sp>
      <p:sp>
        <p:nvSpPr>
          <p:cNvPr id="29" name="Rectangle: Rounded Corners 16">
            <a:extLst>
              <a:ext uri="{FF2B5EF4-FFF2-40B4-BE49-F238E27FC236}">
                <a16:creationId xmlns:a16="http://schemas.microsoft.com/office/drawing/2014/main" id="{B0D4A807-0267-17FE-49B8-7A4C5E69948A}"/>
              </a:ext>
            </a:extLst>
          </p:cNvPr>
          <p:cNvSpPr/>
          <p:nvPr/>
        </p:nvSpPr>
        <p:spPr>
          <a:xfrm>
            <a:off x="1638940" y="4229980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Mantener las señales de audio base para referencia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6D5EAC62-7C5F-6336-29CE-F50EC67C9244}"/>
              </a:ext>
            </a:extLst>
          </p:cNvPr>
          <p:cNvSpPr/>
          <p:nvPr/>
        </p:nvSpPr>
        <p:spPr>
          <a:xfrm>
            <a:off x="1638940" y="8911411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20 locutores de LIBRESPEECH con 100 audios.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de audios para la fase de entrenamiento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de audios para la fase de pruebas</a:t>
            </a:r>
          </a:p>
        </p:txBody>
      </p: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3C728A99-D909-3A77-9AD8-CCE88E35EE40}"/>
              </a:ext>
            </a:extLst>
          </p:cNvPr>
          <p:cNvSpPr/>
          <p:nvPr/>
        </p:nvSpPr>
        <p:spPr>
          <a:xfrm>
            <a:off x="1517020" y="10471888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la validación de LIBRESPEECH seleccionar 10 LOCUTORES, y tomar 100 audios de los </a:t>
            </a:r>
            <a:r>
              <a:rPr lang="es-MX" sz="1602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locutores.  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5821C8-8F20-AC1A-B409-4C69FF686BCE}"/>
              </a:ext>
            </a:extLst>
          </p:cNvPr>
          <p:cNvSpPr/>
          <p:nvPr/>
        </p:nvSpPr>
        <p:spPr>
          <a:xfrm>
            <a:off x="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Formulación del problema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96BF1C-733F-DF85-C052-02E68146062D}"/>
              </a:ext>
            </a:extLst>
          </p:cNvPr>
          <p:cNvSpPr/>
          <p:nvPr/>
        </p:nvSpPr>
        <p:spPr>
          <a:xfrm>
            <a:off x="655320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Revisión critica de la literatura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4395D1-1E0E-89C3-1EAD-FF7C6174CD4E}"/>
              </a:ext>
            </a:extLst>
          </p:cNvPr>
          <p:cNvSpPr/>
          <p:nvPr/>
        </p:nvSpPr>
        <p:spPr>
          <a:xfrm>
            <a:off x="1312688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técnicas de procesamiento para el reconocimiento de voz en entornos ruidosos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94F522-633D-3020-27E8-CC16716DDA3E}"/>
              </a:ext>
            </a:extLst>
          </p:cNvPr>
          <p:cNvSpPr/>
          <p:nvPr/>
        </p:nvSpPr>
        <p:spPr>
          <a:xfrm>
            <a:off x="32806959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 la propuesta de investigación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C63F04-E1FC-5767-DCE6-A215AF080EBD}"/>
              </a:ext>
            </a:extLst>
          </p:cNvPr>
          <p:cNvSpPr/>
          <p:nvPr/>
        </p:nvSpPr>
        <p:spPr>
          <a:xfrm>
            <a:off x="26253759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conceptual y experimental de la propuesta de investigación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8A45E-CC41-040D-5D04-B9239192C1F7}"/>
              </a:ext>
            </a:extLst>
          </p:cNvPr>
          <p:cNvSpPr/>
          <p:nvPr/>
        </p:nvSpPr>
        <p:spPr>
          <a:xfrm>
            <a:off x="1968008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Propuesta de investigación para eliminación de ruido en entornos ruidoso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9F5DE887-C340-DAB5-4466-5510DFBF7B9F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98021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309AFB1B-8EFE-32C5-9163-F9BED4F8FA99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9543654" y="10816986"/>
            <a:ext cx="5042852" cy="212360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3E07ED1-1FDB-B601-609C-5E828F3FA3E0}"/>
              </a:ext>
            </a:extLst>
          </p:cNvPr>
          <p:cNvCxnSpPr>
            <a:stCxn id="6" idx="2"/>
            <a:endCxn id="9" idx="1"/>
          </p:cNvCxnSpPr>
          <p:nvPr/>
        </p:nvCxnSpPr>
        <p:spPr>
          <a:xfrm rot="16200000" flipH="1">
            <a:off x="1610709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363094C7-0C74-F9CB-B733-E6D77832BDE5}"/>
              </a:ext>
            </a:extLst>
          </p:cNvPr>
          <p:cNvCxnSpPr>
            <a:stCxn id="9" idx="0"/>
            <a:endCxn id="8" idx="1"/>
          </p:cNvCxnSpPr>
          <p:nvPr/>
        </p:nvCxnSpPr>
        <p:spPr>
          <a:xfrm rot="5400000" flipH="1" flipV="1">
            <a:off x="22670533" y="10816987"/>
            <a:ext cx="5042852" cy="2123599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E5CDB5F2-489C-7C09-83E7-7EC88E84AF9E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16200000" flipH="1">
            <a:off x="29233973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11C02FB7-E7C9-D49A-4301-8229E51BA5EE}"/>
              </a:ext>
            </a:extLst>
          </p:cNvPr>
          <p:cNvSpPr/>
          <p:nvPr/>
        </p:nvSpPr>
        <p:spPr>
          <a:xfrm>
            <a:off x="7985760" y="5730240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EEB1E1-FFBB-0817-A268-C819E0F8A1D0}"/>
              </a:ext>
            </a:extLst>
          </p:cNvPr>
          <p:cNvSpPr/>
          <p:nvPr/>
        </p:nvSpPr>
        <p:spPr>
          <a:xfrm>
            <a:off x="14538960" y="13485812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CFE7286-C284-2EBE-6293-C07A917D4147}"/>
              </a:ext>
            </a:extLst>
          </p:cNvPr>
          <p:cNvSpPr/>
          <p:nvPr/>
        </p:nvSpPr>
        <p:spPr>
          <a:xfrm>
            <a:off x="21112640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6C976D2-7986-0F91-57DF-72529710326F}"/>
              </a:ext>
            </a:extLst>
          </p:cNvPr>
          <p:cNvSpPr/>
          <p:nvPr/>
        </p:nvSpPr>
        <p:spPr>
          <a:xfrm>
            <a:off x="27665840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3CFA76B-4206-6478-D2C0-2DCE14B66E8D}"/>
              </a:ext>
            </a:extLst>
          </p:cNvPr>
          <p:cNvSpPr/>
          <p:nvPr/>
        </p:nvSpPr>
        <p:spPr>
          <a:xfrm>
            <a:off x="34239519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1506895D-6B19-3847-2865-67DD84A2570C}"/>
              </a:ext>
            </a:extLst>
          </p:cNvPr>
          <p:cNvSpPr/>
          <p:nvPr/>
        </p:nvSpPr>
        <p:spPr>
          <a:xfrm>
            <a:off x="40792719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6125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247233-D0DA-2AEC-2BF6-4EB177C8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782" y="1469217"/>
            <a:ext cx="28237074" cy="258619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DDB866-FBCF-0D2D-B41F-89F9AA1DFBE6}"/>
              </a:ext>
            </a:extLst>
          </p:cNvPr>
          <p:cNvSpPr txBox="1"/>
          <p:nvPr/>
        </p:nvSpPr>
        <p:spPr>
          <a:xfrm>
            <a:off x="9120082" y="2684198"/>
            <a:ext cx="5936773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Electrooculograma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(sistema ocular)</a:t>
            </a:r>
          </a:p>
          <a:p>
            <a:endParaRPr lang="es-MX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8BFB8-B1AE-2F75-453D-1D676D4CB5A2}"/>
              </a:ext>
            </a:extLst>
          </p:cNvPr>
          <p:cNvSpPr txBox="1"/>
          <p:nvPr/>
        </p:nvSpPr>
        <p:spPr>
          <a:xfrm>
            <a:off x="7931627" y="4875264"/>
            <a:ext cx="5936773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Electrocardiograma (sistema cardiovascular)</a:t>
            </a:r>
            <a:endParaRPr lang="es-MX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BE1DD-009F-1F99-0D1E-39BEE4BF8694}"/>
              </a:ext>
            </a:extLst>
          </p:cNvPr>
          <p:cNvSpPr txBox="1"/>
          <p:nvPr/>
        </p:nvSpPr>
        <p:spPr>
          <a:xfrm>
            <a:off x="8115353" y="8137267"/>
            <a:ext cx="5081482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Neumografía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 impedancia</a:t>
            </a:r>
          </a:p>
          <a:p>
            <a:endParaRPr lang="es-MX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7FC6A-805F-FA7C-1BE5-FD4529C68AE1}"/>
              </a:ext>
            </a:extLst>
          </p:cNvPr>
          <p:cNvSpPr txBox="1"/>
          <p:nvPr/>
        </p:nvSpPr>
        <p:spPr>
          <a:xfrm>
            <a:off x="6286500" y="12374433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Electromiograma (sistema muscular)</a:t>
            </a:r>
          </a:p>
          <a:p>
            <a:endParaRPr lang="es-MX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AADE5-4E3A-CE03-95B0-E2A93D0BBFE4}"/>
              </a:ext>
            </a:extLst>
          </p:cNvPr>
          <p:cNvSpPr txBox="1"/>
          <p:nvPr/>
        </p:nvSpPr>
        <p:spPr>
          <a:xfrm>
            <a:off x="6634268" y="16437013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Oximetría de pulso (sistema pulmonar)</a:t>
            </a:r>
          </a:p>
          <a:p>
            <a:endParaRPr lang="es-MX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985B8-DBF9-407E-D051-1772A48CA8CF}"/>
              </a:ext>
            </a:extLst>
          </p:cNvPr>
          <p:cNvSpPr txBox="1"/>
          <p:nvPr/>
        </p:nvSpPr>
        <p:spPr>
          <a:xfrm>
            <a:off x="6865144" y="19904257"/>
            <a:ext cx="7581900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Frecuencia del pulso (sistema cardiovascular)</a:t>
            </a:r>
          </a:p>
          <a:p>
            <a:endParaRPr lang="es-MX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8338AB-3EE1-C36F-FA99-6435FACE9655}"/>
              </a:ext>
            </a:extLst>
          </p:cNvPr>
          <p:cNvSpPr txBox="1"/>
          <p:nvPr/>
        </p:nvSpPr>
        <p:spPr>
          <a:xfrm>
            <a:off x="24236312" y="2005728"/>
            <a:ext cx="10525180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Electroencefalograma (sistema nervioso)</a:t>
            </a:r>
          </a:p>
          <a:p>
            <a:endParaRPr lang="es-MX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F3EA31-4997-D494-3E29-425EFD75BEBA}"/>
              </a:ext>
            </a:extLst>
          </p:cNvPr>
          <p:cNvSpPr txBox="1"/>
          <p:nvPr/>
        </p:nvSpPr>
        <p:spPr>
          <a:xfrm>
            <a:off x="23902988" y="3291284"/>
            <a:ext cx="12663382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Parámetros respiratorios (sistema pulmonar)</a:t>
            </a:r>
          </a:p>
          <a:p>
            <a:endParaRPr lang="es-MX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4B4458-BB07-3081-C5E3-1757D27DF0A6}"/>
              </a:ext>
            </a:extLst>
          </p:cNvPr>
          <p:cNvSpPr txBox="1"/>
          <p:nvPr/>
        </p:nvSpPr>
        <p:spPr>
          <a:xfrm>
            <a:off x="24117406" y="4576840"/>
            <a:ext cx="7581900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Temperatura esofágica</a:t>
            </a:r>
          </a:p>
          <a:p>
            <a:endParaRPr lang="es-MX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4BEDD-7394-B349-D0E0-252C87FA5DFF}"/>
              </a:ext>
            </a:extLst>
          </p:cNvPr>
          <p:cNvSpPr txBox="1"/>
          <p:nvPr/>
        </p:nvSpPr>
        <p:spPr>
          <a:xfrm>
            <a:off x="24236312" y="6579361"/>
            <a:ext cx="10191856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Fonocardiograma</a:t>
            </a:r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(sonidos del corazón)</a:t>
            </a:r>
          </a:p>
          <a:p>
            <a:endParaRPr lang="es-MX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53BF82-A189-FC98-AF1C-C439E5314CE6}"/>
              </a:ext>
            </a:extLst>
          </p:cNvPr>
          <p:cNvSpPr txBox="1"/>
          <p:nvPr/>
        </p:nvSpPr>
        <p:spPr>
          <a:xfrm>
            <a:off x="24117406" y="7989658"/>
            <a:ext cx="8229494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Presión sanguínea (sistema cardiovascular)</a:t>
            </a:r>
          </a:p>
          <a:p>
            <a:endParaRPr lang="es-MX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9EF7B-6E2E-C97A-FCBC-989CE1AD544A}"/>
              </a:ext>
            </a:extLst>
          </p:cNvPr>
          <p:cNvSpPr txBox="1"/>
          <p:nvPr/>
        </p:nvSpPr>
        <p:spPr>
          <a:xfrm>
            <a:off x="24117406" y="12295854"/>
            <a:ext cx="6529176" cy="17235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Flujo sanguíneo (sistema cardiovascular)</a:t>
            </a:r>
          </a:p>
          <a:p>
            <a:endParaRPr lang="es-MX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A3F1A1-2A19-1B00-8502-9CDFE12563DE}"/>
              </a:ext>
            </a:extLst>
          </p:cNvPr>
          <p:cNvSpPr txBox="1"/>
          <p:nvPr/>
        </p:nvSpPr>
        <p:spPr>
          <a:xfrm>
            <a:off x="24803206" y="16322714"/>
            <a:ext cx="3962294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Resistencia galvánica de la piel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736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E4DC-D28C-1855-392A-F8FC9121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FC440-B6A7-F9D2-4346-EBE7FFD0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6"/>
          <a:stretch/>
        </p:blipFill>
        <p:spPr>
          <a:xfrm>
            <a:off x="8103775" y="1511839"/>
            <a:ext cx="26993088" cy="257767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BE82E2-4567-AE18-0BA8-F72FABC3ABDF}"/>
              </a:ext>
            </a:extLst>
          </p:cNvPr>
          <p:cNvSpPr txBox="1"/>
          <p:nvPr/>
        </p:nvSpPr>
        <p:spPr>
          <a:xfrm>
            <a:off x="9132856" y="11383335"/>
            <a:ext cx="5742433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Conducción capacitiva</a:t>
            </a:r>
          </a:p>
          <a:p>
            <a:endParaRPr lang="es-MX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150CD-C68E-D880-2C7B-3B523727DDD9}"/>
              </a:ext>
            </a:extLst>
          </p:cNvPr>
          <p:cNvSpPr txBox="1"/>
          <p:nvPr/>
        </p:nvSpPr>
        <p:spPr>
          <a:xfrm>
            <a:off x="9132857" y="20934112"/>
            <a:ext cx="5742432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Conducción de volumen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8632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-20 system eeg">
            <a:extLst>
              <a:ext uri="{FF2B5EF4-FFF2-40B4-BE49-F238E27FC236}">
                <a16:creationId xmlns:a16="http://schemas.microsoft.com/office/drawing/2014/main" id="{FA7D8265-7B7A-5321-F8F7-F79095757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17" y="3522662"/>
            <a:ext cx="39547045" cy="217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55832-EEEF-D1FE-8AB4-A684545A4395}"/>
              </a:ext>
            </a:extLst>
          </p:cNvPr>
          <p:cNvSpPr txBox="1"/>
          <p:nvPr/>
        </p:nvSpPr>
        <p:spPr>
          <a:xfrm rot="708259">
            <a:off x="13816796" y="4693052"/>
            <a:ext cx="3105530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8000" dirty="0"/>
              <a:t>Vértice</a:t>
            </a:r>
          </a:p>
        </p:txBody>
      </p:sp>
    </p:spTree>
    <p:extLst>
      <p:ext uri="{BB962C8B-B14F-4D97-AF65-F5344CB8AC3E}">
        <p14:creationId xmlns:p14="http://schemas.microsoft.com/office/powerpoint/2010/main" val="394950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2F31D-DAE7-C702-381B-D84AB45D7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889" b="42099"/>
          <a:stretch/>
        </p:blipFill>
        <p:spPr>
          <a:xfrm>
            <a:off x="4391821" y="13436448"/>
            <a:ext cx="13207998" cy="2563963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4772CD0-0FC9-564A-2C4F-319A539D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4391821" y="5105400"/>
            <a:ext cx="13207998" cy="304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18505D-B6B0-CEAD-BD2D-CAF370F036F6}"/>
              </a:ext>
            </a:extLst>
          </p:cNvPr>
          <p:cNvSpPr txBox="1"/>
          <p:nvPr/>
        </p:nvSpPr>
        <p:spPr>
          <a:xfrm>
            <a:off x="7737556" y="4597568"/>
            <a:ext cx="65165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Actividad neuronal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625BB-3DBF-81B2-49FC-36C44F3FDE4C}"/>
              </a:ext>
            </a:extLst>
          </p:cNvPr>
          <p:cNvSpPr/>
          <p:nvPr/>
        </p:nvSpPr>
        <p:spPr>
          <a:xfrm>
            <a:off x="4076701" y="4267200"/>
            <a:ext cx="13830299" cy="4191000"/>
          </a:xfrm>
          <a:prstGeom prst="roundRect">
            <a:avLst>
              <a:gd name="adj" fmla="val 4824"/>
            </a:avLst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5D54069B-CC49-B447-A5C9-D7E6AC40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506" b="25237"/>
          <a:stretch/>
        </p:blipFill>
        <p:spPr>
          <a:xfrm>
            <a:off x="4391821" y="18337965"/>
            <a:ext cx="13207998" cy="2171701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5409EA1E-0060-4F25-4130-31891042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913" b="2407"/>
          <a:stretch/>
        </p:blipFill>
        <p:spPr>
          <a:xfrm>
            <a:off x="4505566" y="22703495"/>
            <a:ext cx="13207998" cy="308610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F8D098-F6D0-40C1-C323-7DD8B1A72D1F}"/>
              </a:ext>
            </a:extLst>
          </p:cNvPr>
          <p:cNvSpPr/>
          <p:nvPr/>
        </p:nvSpPr>
        <p:spPr>
          <a:xfrm>
            <a:off x="4076701" y="12160097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6EB6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F5E23-F7BC-091A-F9A9-D669F9683809}"/>
              </a:ext>
            </a:extLst>
          </p:cNvPr>
          <p:cNvSpPr txBox="1"/>
          <p:nvPr/>
        </p:nvSpPr>
        <p:spPr>
          <a:xfrm>
            <a:off x="8399633" y="12468374"/>
            <a:ext cx="51844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EOG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E32FD3-A7E1-F53D-9D7E-0548B7F3C50A}"/>
              </a:ext>
            </a:extLst>
          </p:cNvPr>
          <p:cNvSpPr/>
          <p:nvPr/>
        </p:nvSpPr>
        <p:spPr>
          <a:xfrm>
            <a:off x="4076701" y="16824586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FF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E54834-E96F-CFB6-698C-9B9B5191AB1C}"/>
              </a:ext>
            </a:extLst>
          </p:cNvPr>
          <p:cNvSpPr txBox="1"/>
          <p:nvPr/>
        </p:nvSpPr>
        <p:spPr>
          <a:xfrm>
            <a:off x="8399633" y="17132863"/>
            <a:ext cx="5142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ECG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7E61A3-7090-C68B-1E7F-6C8DD98981D3}"/>
              </a:ext>
            </a:extLst>
          </p:cNvPr>
          <p:cNvSpPr/>
          <p:nvPr/>
        </p:nvSpPr>
        <p:spPr>
          <a:xfrm>
            <a:off x="4076701" y="21489075"/>
            <a:ext cx="13830299" cy="419100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FFB7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D8CAE-BF45-0B85-9AE1-C8356D9ADB49}"/>
              </a:ext>
            </a:extLst>
          </p:cNvPr>
          <p:cNvSpPr txBox="1"/>
          <p:nvPr/>
        </p:nvSpPr>
        <p:spPr>
          <a:xfrm>
            <a:off x="8399633" y="21797352"/>
            <a:ext cx="5227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Artefacto EMG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8DDCC1-67B4-AF9D-D4CB-1A4446AA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7300" y="7452360"/>
            <a:ext cx="13207998" cy="304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0E9DA9-FB77-9566-481A-76A0D2831584}"/>
              </a:ext>
            </a:extLst>
          </p:cNvPr>
          <p:cNvSpPr txBox="1"/>
          <p:nvPr/>
        </p:nvSpPr>
        <p:spPr>
          <a:xfrm>
            <a:off x="31673035" y="6944528"/>
            <a:ext cx="65165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>
                <a:latin typeface="Arial" panose="020B0604020202020204" pitchFamily="34" charset="0"/>
                <a:cs typeface="Arial" panose="020B0604020202020204" pitchFamily="34" charset="0"/>
              </a:rPr>
              <a:t>Actividad neuronal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98AD4A-E621-5B92-3ABD-FDE71AF4EBD1}"/>
              </a:ext>
            </a:extLst>
          </p:cNvPr>
          <p:cNvSpPr/>
          <p:nvPr/>
        </p:nvSpPr>
        <p:spPr>
          <a:xfrm>
            <a:off x="28012180" y="6614160"/>
            <a:ext cx="13830299" cy="16794480"/>
          </a:xfrm>
          <a:prstGeom prst="roundRect">
            <a:avLst>
              <a:gd name="adj" fmla="val 4824"/>
            </a:avLst>
          </a:prstGeom>
          <a:noFill/>
          <a:ln w="76200">
            <a:solidFill>
              <a:srgbClr val="95A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020AA5E9-3976-30AE-79CC-20750BD6E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3330" y="10500360"/>
            <a:ext cx="13207998" cy="3048000"/>
          </a:xfrm>
          <a:prstGeom prst="rect">
            <a:avLst/>
          </a:prstGeom>
        </p:spPr>
      </p:pic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BA6B7768-60E4-1ABF-2C6C-699B9691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19360" y="13548360"/>
            <a:ext cx="13207998" cy="3048000"/>
          </a:xfrm>
          <a:prstGeom prst="rect">
            <a:avLst/>
          </a:prstGeom>
        </p:spPr>
      </p:pic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E88C93A3-1D25-0C2D-A1AB-1B4EBAEF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9" b="59508"/>
          <a:stretch/>
        </p:blipFill>
        <p:spPr>
          <a:xfrm>
            <a:off x="28327300" y="19138265"/>
            <a:ext cx="13207998" cy="30480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C3AD562-B9BF-8E82-B060-C0C65DAC0B61}"/>
              </a:ext>
            </a:extLst>
          </p:cNvPr>
          <p:cNvSpPr/>
          <p:nvPr/>
        </p:nvSpPr>
        <p:spPr>
          <a:xfrm>
            <a:off x="34743359" y="1664458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E33BB0-7DD3-04F7-BEF6-7BA016A48F38}"/>
              </a:ext>
            </a:extLst>
          </p:cNvPr>
          <p:cNvSpPr/>
          <p:nvPr/>
        </p:nvSpPr>
        <p:spPr>
          <a:xfrm>
            <a:off x="34743359" y="1778852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DB43D8-D17B-7D12-D1CA-36ED68C7AA16}"/>
              </a:ext>
            </a:extLst>
          </p:cNvPr>
          <p:cNvSpPr/>
          <p:nvPr/>
        </p:nvSpPr>
        <p:spPr>
          <a:xfrm>
            <a:off x="34751299" y="18932466"/>
            <a:ext cx="360000" cy="36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EFC4AA8-177A-F4C4-3046-25093031A581}"/>
              </a:ext>
            </a:extLst>
          </p:cNvPr>
          <p:cNvSpPr/>
          <p:nvPr/>
        </p:nvSpPr>
        <p:spPr>
          <a:xfrm>
            <a:off x="24393640" y="14111400"/>
            <a:ext cx="1800000" cy="180000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Cross 30">
            <a:extLst>
              <a:ext uri="{FF2B5EF4-FFF2-40B4-BE49-F238E27FC236}">
                <a16:creationId xmlns:a16="http://schemas.microsoft.com/office/drawing/2014/main" id="{B71E025B-AAD5-49C0-A145-9388E99E66C6}"/>
              </a:ext>
            </a:extLst>
          </p:cNvPr>
          <p:cNvSpPr/>
          <p:nvPr/>
        </p:nvSpPr>
        <p:spPr>
          <a:xfrm>
            <a:off x="24700232" y="14425612"/>
            <a:ext cx="1186815" cy="1171575"/>
          </a:xfrm>
          <a:prstGeom prst="plus">
            <a:avLst>
              <a:gd name="adj" fmla="val 3003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ECAB94-40CA-6498-1751-6311469E3A6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7907000" y="15597187"/>
            <a:ext cx="6423998" cy="79873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0990B9-2936-F30F-EC52-F10C7C189BB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7907000" y="15321280"/>
            <a:ext cx="6273800" cy="359880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91F8F7-153B-2EDF-F3AD-16B26171266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7907000" y="14255597"/>
            <a:ext cx="6238240" cy="8167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E58601-7855-741D-189B-42902742F3F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7907000" y="6362700"/>
            <a:ext cx="6355080" cy="83557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E1FEA0-A8A8-6127-B484-71DE28750C3F}"/>
              </a:ext>
            </a:extLst>
          </p:cNvPr>
          <p:cNvCxnSpPr/>
          <p:nvPr/>
        </p:nvCxnSpPr>
        <p:spPr>
          <a:xfrm>
            <a:off x="26517600" y="15011399"/>
            <a:ext cx="11277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13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595A-13F3-5DC3-BE16-6812A33E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3DD488-865C-F5EF-EF0A-E47AD303E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3" t="20928" r="7842" b="14546"/>
          <a:stretch/>
        </p:blipFill>
        <p:spPr bwMode="auto">
          <a:xfrm>
            <a:off x="12132469" y="2955909"/>
            <a:ext cx="18935699" cy="2288860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E6EF1-E847-4550-279E-B001AB16D343}"/>
              </a:ext>
            </a:extLst>
          </p:cNvPr>
          <p:cNvSpPr txBox="1"/>
          <p:nvPr/>
        </p:nvSpPr>
        <p:spPr>
          <a:xfrm>
            <a:off x="18266809" y="25844515"/>
            <a:ext cx="6667018" cy="186204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1500" dirty="0"/>
              <a:t>Frecuencia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3443B-98F8-B394-A03B-59D256CA2160}"/>
              </a:ext>
            </a:extLst>
          </p:cNvPr>
          <p:cNvSpPr txBox="1"/>
          <p:nvPr/>
        </p:nvSpPr>
        <p:spPr>
          <a:xfrm>
            <a:off x="24401150" y="19316700"/>
            <a:ext cx="57359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Señal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8D666-09BB-9136-2619-207BB975205F}"/>
              </a:ext>
            </a:extLst>
          </p:cNvPr>
          <p:cNvSpPr txBox="1"/>
          <p:nvPr/>
        </p:nvSpPr>
        <p:spPr>
          <a:xfrm>
            <a:off x="24401150" y="10477500"/>
            <a:ext cx="57359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Ruido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9A230-3B55-695F-EF97-33ECE33CF640}"/>
              </a:ext>
            </a:extLst>
          </p:cNvPr>
          <p:cNvSpPr txBox="1"/>
          <p:nvPr/>
        </p:nvSpPr>
        <p:spPr>
          <a:xfrm>
            <a:off x="22343750" y="4157752"/>
            <a:ext cx="8174350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1500" dirty="0"/>
              <a:t>Gaussiana</a:t>
            </a:r>
          </a:p>
        </p:txBody>
      </p:sp>
    </p:spTree>
    <p:extLst>
      <p:ext uri="{BB962C8B-B14F-4D97-AF65-F5344CB8AC3E}">
        <p14:creationId xmlns:p14="http://schemas.microsoft.com/office/powerpoint/2010/main" val="246905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D441-DE08-1EE1-235B-54BBDC44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D2EE49-5FF1-0F8F-79F7-05C9866100AA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159" y="19129560"/>
            <a:ext cx="7200000" cy="72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47D3C-EDD5-47C8-561C-9A77FBD80BEC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43160"/>
            <a:ext cx="7200000" cy="72000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F6C56AD-9EDD-4A4E-F4C7-60D00EF11632}"/>
              </a:ext>
            </a:extLst>
          </p:cNvPr>
          <p:cNvSpPr/>
          <p:nvPr/>
        </p:nvSpPr>
        <p:spPr>
          <a:xfrm>
            <a:off x="8427720" y="12996254"/>
            <a:ext cx="77724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12D4A-1D00-201F-697C-86282C7EE045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0108999" y="19074769"/>
            <a:ext cx="7200000" cy="7200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6450119-4802-B072-611D-6B61B90C5B2C}"/>
              </a:ext>
            </a:extLst>
          </p:cNvPr>
          <p:cNvGrpSpPr/>
          <p:nvPr/>
        </p:nvGrpSpPr>
        <p:grpSpPr>
          <a:xfrm>
            <a:off x="16838559" y="11547660"/>
            <a:ext cx="4191000" cy="4191000"/>
            <a:chOff x="23050500" y="11547660"/>
            <a:chExt cx="4191000" cy="4191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36F7C4-DE9E-2762-4AD8-649338457BC0}"/>
                </a:ext>
              </a:extLst>
            </p:cNvPr>
            <p:cNvSpPr/>
            <p:nvPr/>
          </p:nvSpPr>
          <p:spPr>
            <a:xfrm>
              <a:off x="23050500" y="11547660"/>
              <a:ext cx="4191000" cy="4191000"/>
            </a:xfrm>
            <a:prstGeom prst="ellipse">
              <a:avLst/>
            </a:prstGeom>
            <a:solidFill>
              <a:srgbClr val="FEA5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22667-44F4-2E7D-9C1C-DD48A203768B}"/>
                </a:ext>
              </a:extLst>
            </p:cNvPr>
            <p:cNvCxnSpPr>
              <a:stCxn id="12" idx="0"/>
            </p:cNvCxnSpPr>
            <p:nvPr/>
          </p:nvCxnSpPr>
          <p:spPr>
            <a:xfrm>
              <a:off x="25146000" y="11547660"/>
              <a:ext cx="0" cy="4191000"/>
            </a:xfrm>
            <a:prstGeom prst="line">
              <a:avLst/>
            </a:prstGeom>
            <a:ln w="76200">
              <a:solidFill>
                <a:srgbClr val="FF3D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4F5165E-D445-0402-D447-6404AA56F8C5}"/>
                </a:ext>
              </a:extLst>
            </p:cNvPr>
            <p:cNvCxnSpPr>
              <a:cxnSpLocks/>
              <a:stCxn id="12" idx="2"/>
              <a:endCxn id="12" idx="6"/>
            </p:cNvCxnSpPr>
            <p:nvPr/>
          </p:nvCxnSpPr>
          <p:spPr>
            <a:xfrm>
              <a:off x="23050500" y="13643160"/>
              <a:ext cx="4191000" cy="0"/>
            </a:xfrm>
            <a:prstGeom prst="line">
              <a:avLst/>
            </a:prstGeom>
            <a:ln w="76200">
              <a:solidFill>
                <a:srgbClr val="FF3D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79F1A68-A794-D1D0-C8C3-672F1E6C57FA}"/>
              </a:ext>
            </a:extLst>
          </p:cNvPr>
          <p:cNvSpPr/>
          <p:nvPr/>
        </p:nvSpPr>
        <p:spPr>
          <a:xfrm>
            <a:off x="21962639" y="12996254"/>
            <a:ext cx="77724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24C4CC-7538-0944-0340-91A7E2630B8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0668118" y="10043160"/>
            <a:ext cx="7200000" cy="720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5A94A87-9299-69AA-AD5D-3AB660E8B637}"/>
              </a:ext>
            </a:extLst>
          </p:cNvPr>
          <p:cNvSpPr txBox="1"/>
          <p:nvPr/>
        </p:nvSpPr>
        <p:spPr>
          <a:xfrm>
            <a:off x="2331704" y="8181112"/>
            <a:ext cx="253659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EEG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9A523B-D3B8-9046-5FF2-87E1622E9228}"/>
              </a:ext>
            </a:extLst>
          </p:cNvPr>
          <p:cNvSpPr txBox="1"/>
          <p:nvPr/>
        </p:nvSpPr>
        <p:spPr>
          <a:xfrm>
            <a:off x="9726901" y="26866885"/>
            <a:ext cx="900451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Artefacto EMG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31566-C68F-8CD2-E76A-0016E328E697}"/>
              </a:ext>
            </a:extLst>
          </p:cNvPr>
          <p:cNvSpPr txBox="1"/>
          <p:nvPr/>
        </p:nvSpPr>
        <p:spPr>
          <a:xfrm>
            <a:off x="19360918" y="26866885"/>
            <a:ext cx="869616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500" dirty="0"/>
              <a:t>Artefacto EOG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98C525-A4FF-F7D1-76F7-1C5A98DA86E1}"/>
              </a:ext>
            </a:extLst>
          </p:cNvPr>
          <p:cNvSpPr txBox="1"/>
          <p:nvPr/>
        </p:nvSpPr>
        <p:spPr>
          <a:xfrm>
            <a:off x="29655557" y="8111148"/>
            <a:ext cx="1137305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500" dirty="0"/>
              <a:t>EEG con artefactos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7C3FED-5DED-4C28-D21F-48ED7B28FA4B}"/>
              </a:ext>
            </a:extLst>
          </p:cNvPr>
          <p:cNvCxnSpPr/>
          <p:nvPr/>
        </p:nvCxnSpPr>
        <p:spPr>
          <a:xfrm>
            <a:off x="13949867" y="18666068"/>
            <a:ext cx="9563100" cy="0"/>
          </a:xfrm>
          <a:prstGeom prst="line">
            <a:avLst/>
          </a:prstGeom>
          <a:ln w="203200">
            <a:solidFill>
              <a:srgbClr val="6FD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6D3B007-3F99-92FF-28ED-78E961B541A7}"/>
              </a:ext>
            </a:extLst>
          </p:cNvPr>
          <p:cNvSpPr/>
          <p:nvPr/>
        </p:nvSpPr>
        <p:spPr>
          <a:xfrm rot="16200000">
            <a:off x="17494059" y="16596254"/>
            <a:ext cx="2880000" cy="1293812"/>
          </a:xfrm>
          <a:prstGeom prst="rightArrow">
            <a:avLst>
              <a:gd name="adj1" fmla="val 15448"/>
              <a:gd name="adj2" fmla="val 50000"/>
            </a:avLst>
          </a:prstGeom>
          <a:solidFill>
            <a:srgbClr val="6FDC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41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2070</TotalTime>
  <Words>1249</Words>
  <Application>Microsoft Office PowerPoint</Application>
  <PresentationFormat>Custom</PresentationFormat>
  <Paragraphs>325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De Jesús Velásquez Martínez</dc:creator>
  <cp:lastModifiedBy>Emmanuel De Jesús Velásquez Martínez</cp:lastModifiedBy>
  <cp:revision>43</cp:revision>
  <dcterms:created xsi:type="dcterms:W3CDTF">2023-05-03T20:29:45Z</dcterms:created>
  <dcterms:modified xsi:type="dcterms:W3CDTF">2024-11-10T18:58:11Z</dcterms:modified>
</cp:coreProperties>
</file>